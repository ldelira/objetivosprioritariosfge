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5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725E2-8567-4BCC-4A5B-DE859E0CD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4AB3DD-3E87-6F90-37B0-820C6B185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3FB9ED-1030-148B-F4E0-B55000B3D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1D07F-1755-41B9-B714-9A6D5F01D694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ABC07D-2AEF-3A33-5B06-CD713D8D2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4A1E35-FB2A-1589-5B55-3959ABF4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2A22A-7C6A-40EF-8405-78470E0FC8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8079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FCE689-F2E5-1D22-E9A2-CA589A83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DBE207-0C57-5E38-0310-96C1A40DE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4F1924-F611-E3BF-8951-50CA4E73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1D07F-1755-41B9-B714-9A6D5F01D694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CFC80E-54DB-ED26-5DBD-457CA31E2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5A7D28-1B80-C77A-4B8B-A99BED67D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2A22A-7C6A-40EF-8405-78470E0FC8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43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34422-D634-2295-CF79-3FC0B43B8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E304D4-4EF5-810A-BEBC-B5C0C4D93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D1DC75-8E4F-ECF9-135E-1CCB1058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1D07F-1755-41B9-B714-9A6D5F01D694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CC0328-5B5B-312E-5E0C-17E070CF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230C30-CF02-B07F-6DCC-818561B1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2A22A-7C6A-40EF-8405-78470E0FC8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7242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DB594-3A54-1CA8-0E43-CAEF3A5A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AAFE65-F104-A01A-115E-4F7812445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4D470C-F35B-5C2A-A3BB-8FEE9ED09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523AE6-484C-3DEA-1FC2-F8E57F9D6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1D07F-1755-41B9-B714-9A6D5F01D694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6711AD-DC8B-AE47-6E8E-1807230F8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6163AE-2D0E-5680-FCC2-9C0D200D6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2A22A-7C6A-40EF-8405-78470E0FC8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0854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0DA0A-82D5-F2B3-7C75-3FA9A7F06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2E820A-E5F9-46A9-8869-D15967DAF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99A259-332D-BE22-2D0F-55F924B0E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099FC61-971C-5163-892E-AE5A0CCD3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7514E8-7A57-262C-F231-F6DE52260D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E427CD-C13A-A94F-C746-A39223D2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1D07F-1755-41B9-B714-9A6D5F01D694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DB01D2-1338-B6ED-4819-7B8EC8482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C7870C-0477-ECB2-DE8C-E8404884D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2A22A-7C6A-40EF-8405-78470E0FC8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038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77390-7F0F-43B4-0BE3-29799A20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CF4B8C-77AF-3D93-76FC-BB5119E2E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1D07F-1755-41B9-B714-9A6D5F01D694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CAACC8-3606-CEBF-124F-9749F9991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B8B656D-53A8-8387-C218-BC4E0A330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2A22A-7C6A-40EF-8405-78470E0FC8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0780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D73CBD7-F019-4D97-25CC-8D6EE4169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1D07F-1755-41B9-B714-9A6D5F01D694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6BFC358-C7FE-3133-0CB9-9D2815894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83413D-3E07-B1EA-DADC-B778AE1E7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2A22A-7C6A-40EF-8405-78470E0FC8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1312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F41D8E-FF70-5BBE-0C77-ACE44B15F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B0A211-7EF5-3781-DB11-446CD5B15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226345-FC53-50DF-1AEE-2343CF432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A48BF4-02F7-F8B2-2B5D-490D30A32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1D07F-1755-41B9-B714-9A6D5F01D694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A45E4B-09DF-E41E-1062-D12BD7387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C35225-F7C3-FCE0-44EB-80A6995CD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2A22A-7C6A-40EF-8405-78470E0FC8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3010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0C560-0F86-2C1B-C7F5-A2CE63FCC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1A6DAFA-525F-AE0A-69F0-17A490E806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866002-0B9D-F0EA-F285-AC7632A30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23F8AA-F48B-6819-F860-D6DBDF76A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1D07F-1755-41B9-B714-9A6D5F01D694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128A4A-95A4-5556-2567-4C3393FE5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16B51B-6E54-D396-02B9-1F63DB928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2A22A-7C6A-40EF-8405-78470E0FC8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827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3320B-8836-5B6E-17F4-1B161D81B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698FE7-37E2-3F63-2AE1-CC6C0DC32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819168-AC06-7C97-8B0C-3D7E4A80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1D07F-1755-41B9-B714-9A6D5F01D694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7CBF00-B92A-A8DD-AA8C-332D1858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09B2AA-FB79-ADC5-AC71-8C8FECC7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2A22A-7C6A-40EF-8405-78470E0FC8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927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468FE0A-8CAF-DA63-7EA7-59F88C4C8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8B1F341-3F27-F389-6BDC-ED58C16C8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3B958F-2C73-AACA-F526-CA6A59C8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1D07F-1755-41B9-B714-9A6D5F01D694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4F673F-7855-4119-562B-B5F77FEB1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6D92AA-DADF-C10E-F1F3-85D79F9B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2A22A-7C6A-40EF-8405-78470E0FC8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2735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8182C25-765C-AF76-EDE6-A90E9570F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D2FBC4-F6FF-532E-68C5-37F24C9D8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C18509-1FB6-899F-A3CD-1FC93786A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1D07F-1755-41B9-B714-9A6D5F01D694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B50FB4-4039-4E32-9A96-2BF0FE64B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D994A8-933B-89B6-56B2-E59A717BE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2A22A-7C6A-40EF-8405-78470E0FC8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757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[FONDO]" descr="[FONDO]">
            <a:extLst>
              <a:ext uri="{FF2B5EF4-FFF2-40B4-BE49-F238E27FC236}">
                <a16:creationId xmlns:a16="http://schemas.microsoft.com/office/drawing/2014/main" id="{AE2FEBDB-ED54-FF79-0EF8-AA9E7C8EA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401280" cy="6969519"/>
          </a:xfrm>
          <a:prstGeom prst="rect">
            <a:avLst/>
          </a:prstGeom>
        </p:spPr>
      </p:pic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BC4CEC18-7797-7786-F517-147A6AD72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400885"/>
              </p:ext>
            </p:extLst>
          </p:nvPr>
        </p:nvGraphicFramePr>
        <p:xfrm>
          <a:off x="3252159" y="1370610"/>
          <a:ext cx="9149122" cy="526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2314">
                  <a:extLst>
                    <a:ext uri="{9D8B030D-6E8A-4147-A177-3AD203B41FA5}">
                      <a16:colId xmlns:a16="http://schemas.microsoft.com/office/drawing/2014/main" val="2746230745"/>
                    </a:ext>
                  </a:extLst>
                </a:gridCol>
                <a:gridCol w="3343404">
                  <a:extLst>
                    <a:ext uri="{9D8B030D-6E8A-4147-A177-3AD203B41FA5}">
                      <a16:colId xmlns:a16="http://schemas.microsoft.com/office/drawing/2014/main" val="3075986152"/>
                    </a:ext>
                  </a:extLst>
                </a:gridCol>
                <a:gridCol w="3343404">
                  <a:extLst>
                    <a:ext uri="{9D8B030D-6E8A-4147-A177-3AD203B41FA5}">
                      <a16:colId xmlns:a16="http://schemas.microsoft.com/office/drawing/2014/main" val="4044500939"/>
                    </a:ext>
                  </a:extLst>
                </a:gridCol>
              </a:tblGrid>
              <a:tr h="319663">
                <a:tc gridSpan="3">
                  <a:txBody>
                    <a:bodyPr/>
                    <a:lstStyle/>
                    <a:p>
                      <a:r>
                        <a:rPr lang="es-MX" sz="1600" dirty="0"/>
                        <a:t>[C1]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505418"/>
                  </a:ext>
                </a:extLst>
              </a:tr>
              <a:tr h="319663">
                <a:tc>
                  <a:txBody>
                    <a:bodyPr/>
                    <a:lstStyle/>
                    <a:p>
                      <a:r>
                        <a:rPr lang="es-MX" sz="1100" b="1" dirty="0">
                          <a:solidFill>
                            <a:schemeClr val="bg1"/>
                          </a:solidFill>
                        </a:rPr>
                        <a:t>GRUPO DELICTIVO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/>
                        <a:t>[C2]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dirty="0"/>
                        <a:t>[C3]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89607"/>
                  </a:ext>
                </a:extLst>
              </a:tr>
              <a:tr h="725435">
                <a:tc>
                  <a:txBody>
                    <a:bodyPr/>
                    <a:lstStyle/>
                    <a:p>
                      <a:r>
                        <a:rPr lang="es-MX" sz="11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DELITOS / INGRESOS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s-MX" sz="1100" dirty="0"/>
                        <a:t>[C4]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689267"/>
                  </a:ext>
                </a:extLst>
              </a:tr>
              <a:tr h="1044626">
                <a:tc>
                  <a:txBody>
                    <a:bodyPr/>
                    <a:lstStyle/>
                    <a:p>
                      <a:r>
                        <a:rPr lang="es-MX" sz="11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CARPETAS DE INVESTIGACIÓN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s-MX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[C5]</a:t>
                      </a:r>
                      <a:endParaRPr lang="es-MX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073216"/>
                  </a:ext>
                </a:extLst>
              </a:tr>
              <a:tr h="1593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dirty="0">
                          <a:solidFill>
                            <a:schemeClr val="bg1"/>
                          </a:solidFill>
                        </a:rPr>
                        <a:t>ORDENES DE APREHENSIÓN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s-MX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[C6]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124086"/>
                  </a:ext>
                </a:extLst>
              </a:tr>
              <a:tr h="795285">
                <a:tc>
                  <a:txBody>
                    <a:bodyPr/>
                    <a:lstStyle/>
                    <a:p>
                      <a:r>
                        <a:rPr lang="es-MX" sz="1100" b="1" dirty="0"/>
                        <a:t> </a:t>
                      </a:r>
                      <a:r>
                        <a:rPr lang="es-MX" sz="1100" b="1" dirty="0">
                          <a:solidFill>
                            <a:schemeClr val="bg1"/>
                          </a:solidFill>
                        </a:rPr>
                        <a:t>ESTATUS 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[C7], [C8]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537792"/>
                  </a:ext>
                </a:extLst>
              </a:tr>
              <a:tr h="1786729">
                <a:tc>
                  <a:txBody>
                    <a:bodyPr/>
                    <a:lstStyle/>
                    <a:p>
                      <a:r>
                        <a:rPr lang="es-MX" sz="11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ASUNTOS RELACIONADOS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indent="-171450" algn="just">
                        <a:buFontTx/>
                        <a:buChar char="-"/>
                      </a:pPr>
                      <a:r>
                        <a:rPr lang="es-MX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[C9]</a:t>
                      </a:r>
                    </a:p>
                    <a:p>
                      <a:pPr marL="0" indent="0" algn="just">
                        <a:buFontTx/>
                        <a:buNone/>
                      </a:pPr>
                      <a:endParaRPr lang="es-MX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just">
                        <a:buFontTx/>
                        <a:buNone/>
                      </a:pPr>
                      <a:endParaRPr lang="es-MX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[V1]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[V2] </a:t>
                      </a:r>
                    </a:p>
                    <a:p>
                      <a:pPr marL="0" indent="0" algn="just">
                        <a:buFontTx/>
                        <a:buNone/>
                      </a:pPr>
                      <a:endParaRPr lang="es-MX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071236"/>
                  </a:ext>
                </a:extLst>
              </a:tr>
            </a:tbl>
          </a:graphicData>
        </a:graphic>
      </p:graphicFrame>
      <p:pic>
        <p:nvPicPr>
          <p:cNvPr id="7" name="[FP]" descr="[FP]">
            <a:extLst>
              <a:ext uri="{FF2B5EF4-FFF2-40B4-BE49-F238E27FC236}">
                <a16:creationId xmlns:a16="http://schemas.microsoft.com/office/drawing/2014/main" id="{C80E713A-27D7-471A-9297-6CD4151A99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61" y="1714348"/>
            <a:ext cx="2902475" cy="4351338"/>
          </a:xfrm>
          <a:prstGeom prst="rect">
            <a:avLst/>
          </a:prstGeom>
        </p:spPr>
      </p:pic>
      <p:pic>
        <p:nvPicPr>
          <p:cNvPr id="11" name="[FV1]" descr="[FV1]">
            <a:extLst>
              <a:ext uri="{FF2B5EF4-FFF2-40B4-BE49-F238E27FC236}">
                <a16:creationId xmlns:a16="http://schemas.microsoft.com/office/drawing/2014/main" id="{95A1EC47-8063-435B-9340-91DBB33FE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982" y="5672321"/>
            <a:ext cx="665008" cy="827694"/>
          </a:xfrm>
          <a:prstGeom prst="rect">
            <a:avLst/>
          </a:prstGeom>
        </p:spPr>
      </p:pic>
      <p:pic>
        <p:nvPicPr>
          <p:cNvPr id="13" name="[FV2]" descr="[FV2]">
            <a:extLst>
              <a:ext uri="{FF2B5EF4-FFF2-40B4-BE49-F238E27FC236}">
                <a16:creationId xmlns:a16="http://schemas.microsoft.com/office/drawing/2014/main" id="{65D6E13E-B1E1-4CA4-8F00-9E73059CD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131" y="5680558"/>
            <a:ext cx="665008" cy="82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282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48</Words>
  <Application>Microsoft Office PowerPoint</Application>
  <PresentationFormat>Panorámica</PresentationFormat>
  <Paragraphs>19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Leo</dc:creator>
  <cp:lastModifiedBy>Usuario Leonardo Adrian De Lira Castanon</cp:lastModifiedBy>
  <cp:revision>28</cp:revision>
  <dcterms:created xsi:type="dcterms:W3CDTF">2025-11-06T06:04:42Z</dcterms:created>
  <dcterms:modified xsi:type="dcterms:W3CDTF">2025-11-12T15:25:39Z</dcterms:modified>
</cp:coreProperties>
</file>