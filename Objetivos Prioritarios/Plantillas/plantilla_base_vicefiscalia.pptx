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97" d="100"/>
          <a:sy n="97" d="100"/>
        </p:scale>
        <p:origin x="102" y="4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8E0D-0952-490C-984D-615FC13D32A0}"/>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p>
        </p:txBody>
      </p:sp>
      <p:sp>
        <p:nvSpPr>
          <p:cNvPr id="3" name="Subtítulo 2">
            <a:extLst>
              <a:ext uri="{FF2B5EF4-FFF2-40B4-BE49-F238E27FC236}">
                <a16:creationId xmlns:a16="http://schemas.microsoft.com/office/drawing/2014/main" id="{A28042A2-A594-4576-8419-AA38E3F95E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p>
        </p:txBody>
      </p:sp>
      <p:sp>
        <p:nvSpPr>
          <p:cNvPr id="4" name="Marcador de fecha 3">
            <a:extLst>
              <a:ext uri="{FF2B5EF4-FFF2-40B4-BE49-F238E27FC236}">
                <a16:creationId xmlns:a16="http://schemas.microsoft.com/office/drawing/2014/main" id="{16E9F637-BE67-4214-9CD9-9B7FB99A2AA8}"/>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A509747B-46B2-42F8-8EAD-E47BA1771EE5}"/>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524D85E-9A27-4ADD-BEA9-31FD7E5F998F}"/>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17539842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D36BC4-D232-4B1E-B70D-D91B80D54C93}"/>
              </a:ext>
            </a:extLst>
          </p:cNvPr>
          <p:cNvSpPr>
            <a:spLocks noGrp="1"/>
          </p:cNvSpPr>
          <p:nvPr>
            <p:ph type="title"/>
          </p:nvPr>
        </p:nvSpPr>
        <p:spPr/>
        <p:txBody>
          <a:body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10411C83-320C-42BA-98AE-4F4C7BC74060}"/>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03ECA821-FBD6-4501-BBC5-3ED79AE97BF8}"/>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0688DDD8-2BC1-4A85-8104-AEADC9BEAF2B}"/>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EC056E28-5F22-4571-BACF-E2825ECBA7DE}"/>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7268983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3DB471-9543-4DAB-A219-1659491A9B38}"/>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p>
        </p:txBody>
      </p:sp>
      <p:sp>
        <p:nvSpPr>
          <p:cNvPr id="3" name="Marcador de texto 2">
            <a:extLst>
              <a:ext uri="{FF2B5EF4-FFF2-40B4-BE49-F238E27FC236}">
                <a16:creationId xmlns:a16="http://schemas.microsoft.com/office/drawing/2014/main" id="{EE588458-4650-4415-A60D-4DE68764EFF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3036DAA6-920D-44DD-88B2-9250DB8C90C7}"/>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D77011E6-707F-44F2-A6BA-B99BFE142BD7}"/>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A23F31E6-90AB-49BC-B85C-E95CC45990F8}"/>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7532611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B98501-CC3F-4EB2-B6A2-9671F3A97F38}"/>
              </a:ext>
            </a:extLst>
          </p:cNvPr>
          <p:cNvSpPr>
            <a:spLocks noGrp="1"/>
          </p:cNvSpPr>
          <p:nvPr>
            <p:ph type="title"/>
          </p:nvPr>
        </p:nvSpPr>
        <p:spPr/>
        <p:txBody>
          <a:body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B5F5ABAD-880A-4399-A013-CF87B862A61E}"/>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contenido 3">
            <a:extLst>
              <a:ext uri="{FF2B5EF4-FFF2-40B4-BE49-F238E27FC236}">
                <a16:creationId xmlns:a16="http://schemas.microsoft.com/office/drawing/2014/main" id="{5E00D460-9968-4966-84B6-4496DA2EA72F}"/>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5" name="Marcador de fecha 4">
            <a:extLst>
              <a:ext uri="{FF2B5EF4-FFF2-40B4-BE49-F238E27FC236}">
                <a16:creationId xmlns:a16="http://schemas.microsoft.com/office/drawing/2014/main" id="{5F2F7D60-FE8E-45A1-BBC8-D8252D14C33A}"/>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6" name="Marcador de pie de página 5">
            <a:extLst>
              <a:ext uri="{FF2B5EF4-FFF2-40B4-BE49-F238E27FC236}">
                <a16:creationId xmlns:a16="http://schemas.microsoft.com/office/drawing/2014/main" id="{9E38980B-8E3F-4FCC-95D7-0FCF85B820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839CF3F2-7270-42CA-9898-48BB8AA9FEE1}"/>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42767518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F33742-F5ED-47CB-82ED-F2FA0281378D}"/>
              </a:ext>
            </a:extLst>
          </p:cNvPr>
          <p:cNvSpPr>
            <a:spLocks noGrp="1"/>
          </p:cNvSpPr>
          <p:nvPr>
            <p:ph type="title"/>
          </p:nvPr>
        </p:nvSpPr>
        <p:spPr>
          <a:xfrm>
            <a:off x="839788" y="365125"/>
            <a:ext cx="10515600" cy="1325563"/>
          </a:xfrm>
        </p:spPr>
        <p:txBody>
          <a:bodyPr/>
          <a:lstStyle/>
          <a:p>
            <a:r>
              <a:rPr lang="es-MX"/>
              <a:t>Haz clic para modificar el estilo de título del patrón</a:t>
            </a:r>
          </a:p>
        </p:txBody>
      </p:sp>
      <p:sp>
        <p:nvSpPr>
          <p:cNvPr id="3" name="Marcador de texto 2">
            <a:extLst>
              <a:ext uri="{FF2B5EF4-FFF2-40B4-BE49-F238E27FC236}">
                <a16:creationId xmlns:a16="http://schemas.microsoft.com/office/drawing/2014/main" id="{9EB95FE3-EFDF-4B2F-AE71-291C426931E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5B2A4686-ED69-40C8-AF49-5975F8402BE0}"/>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5" name="Marcador de texto 4">
            <a:extLst>
              <a:ext uri="{FF2B5EF4-FFF2-40B4-BE49-F238E27FC236}">
                <a16:creationId xmlns:a16="http://schemas.microsoft.com/office/drawing/2014/main" id="{07E2B688-8242-4C9E-B392-98F7D90D9AB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3D7347F0-1785-46BF-9003-D48CB6ADA4D2}"/>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7" name="Marcador de fecha 6">
            <a:extLst>
              <a:ext uri="{FF2B5EF4-FFF2-40B4-BE49-F238E27FC236}">
                <a16:creationId xmlns:a16="http://schemas.microsoft.com/office/drawing/2014/main" id="{75354438-23F5-4F16-B30B-597ED06EE829}"/>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8" name="Marcador de pie de página 7">
            <a:extLst>
              <a:ext uri="{FF2B5EF4-FFF2-40B4-BE49-F238E27FC236}">
                <a16:creationId xmlns:a16="http://schemas.microsoft.com/office/drawing/2014/main" id="{4E54B92E-7740-43A3-B3E2-DA805A3A26D1}"/>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56CC8A04-EEAE-4D7C-AD8F-A16C6A8DC398}"/>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496326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BA1AF0-5C3C-4D06-BA20-374C22F36E55}"/>
              </a:ext>
            </a:extLst>
          </p:cNvPr>
          <p:cNvSpPr>
            <a:spLocks noGrp="1"/>
          </p:cNvSpPr>
          <p:nvPr>
            <p:ph type="title"/>
          </p:nvPr>
        </p:nvSpPr>
        <p:spPr/>
        <p:txBody>
          <a:bodyPr/>
          <a:lstStyle/>
          <a:p>
            <a:r>
              <a:rPr lang="es-MX"/>
              <a:t>Haz clic para modificar el estilo de título del patrón</a:t>
            </a:r>
          </a:p>
        </p:txBody>
      </p:sp>
      <p:sp>
        <p:nvSpPr>
          <p:cNvPr id="3" name="Marcador de fecha 2">
            <a:extLst>
              <a:ext uri="{FF2B5EF4-FFF2-40B4-BE49-F238E27FC236}">
                <a16:creationId xmlns:a16="http://schemas.microsoft.com/office/drawing/2014/main" id="{D073F745-E61E-463E-89A3-C806F2C1D336}"/>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4" name="Marcador de pie de página 3">
            <a:extLst>
              <a:ext uri="{FF2B5EF4-FFF2-40B4-BE49-F238E27FC236}">
                <a16:creationId xmlns:a16="http://schemas.microsoft.com/office/drawing/2014/main" id="{5361DA35-84CC-4522-A154-00A1001663D9}"/>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0060CE3-1929-4626-8A34-34D5A7CAC328}"/>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566102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4F428D5-8AC1-4BD0-8B52-9765A9AADF17}"/>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3" name="Marcador de pie de página 2">
            <a:extLst>
              <a:ext uri="{FF2B5EF4-FFF2-40B4-BE49-F238E27FC236}">
                <a16:creationId xmlns:a16="http://schemas.microsoft.com/office/drawing/2014/main" id="{D5DAFFA5-08C3-4519-88B2-5E4FDBD767C9}"/>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AE18C6C0-E831-4510-AC77-B09CA2A1D862}"/>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0239651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BC4ADD-FD2A-4E50-AAB9-D306CDA59F89}"/>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666ED3BE-C3F9-4F5E-AFE4-7A22EFD9B1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texto 3">
            <a:extLst>
              <a:ext uri="{FF2B5EF4-FFF2-40B4-BE49-F238E27FC236}">
                <a16:creationId xmlns:a16="http://schemas.microsoft.com/office/drawing/2014/main" id="{0DA87FEC-F393-45FA-BA08-8DAD4C59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C6E0BEE5-AE7B-487D-B8B2-D45BEA31C7FF}"/>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6" name="Marcador de pie de página 5">
            <a:extLst>
              <a:ext uri="{FF2B5EF4-FFF2-40B4-BE49-F238E27FC236}">
                <a16:creationId xmlns:a16="http://schemas.microsoft.com/office/drawing/2014/main" id="{92C24C9B-BE03-4425-9734-DDCF4B2DB333}"/>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6ED77873-C295-4051-9470-8B7F5E71272A}"/>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462332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1EE650-E899-439F-9C8A-57DA0CEFE81A}"/>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p>
        </p:txBody>
      </p:sp>
      <p:sp>
        <p:nvSpPr>
          <p:cNvPr id="3" name="Marcador de posición de imagen 2">
            <a:extLst>
              <a:ext uri="{FF2B5EF4-FFF2-40B4-BE49-F238E27FC236}">
                <a16:creationId xmlns:a16="http://schemas.microsoft.com/office/drawing/2014/main" id="{225040B0-6DCA-46D1-8002-7552E90BCB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8B9CD1CE-AAEC-4A26-8E1D-026D6D4740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7C882B04-48E2-4A50-A4A7-F6C8DC0EB1A7}"/>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6" name="Marcador de pie de página 5">
            <a:extLst>
              <a:ext uri="{FF2B5EF4-FFF2-40B4-BE49-F238E27FC236}">
                <a16:creationId xmlns:a16="http://schemas.microsoft.com/office/drawing/2014/main" id="{EDB75A92-764D-4B80-8935-487723144DA5}"/>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FF739F9A-827B-432C-A8B7-3FBCA51CE5CA}"/>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9903285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C992DC-0D4C-4DC9-834A-52EB8DA80486}"/>
              </a:ext>
            </a:extLst>
          </p:cNvPr>
          <p:cNvSpPr>
            <a:spLocks noGrp="1"/>
          </p:cNvSpPr>
          <p:nvPr>
            <p:ph type="title"/>
          </p:nvPr>
        </p:nvSpPr>
        <p:spPr/>
        <p:txBody>
          <a:bodyPr/>
          <a:lstStyle/>
          <a:p>
            <a:r>
              <a:rPr lang="es-MX"/>
              <a:t>Haz clic para modificar el estilo de título del patrón</a:t>
            </a:r>
          </a:p>
        </p:txBody>
      </p:sp>
      <p:sp>
        <p:nvSpPr>
          <p:cNvPr id="3" name="Marcador de texto vertical 2">
            <a:extLst>
              <a:ext uri="{FF2B5EF4-FFF2-40B4-BE49-F238E27FC236}">
                <a16:creationId xmlns:a16="http://schemas.microsoft.com/office/drawing/2014/main" id="{68423FEE-537D-46C8-8F78-F48C270ED683}"/>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D1AB50E2-4CAA-4A10-94D4-757207C241A1}"/>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C42ADA2C-E08B-417F-8582-73BEE7970AD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D03DE89-99D0-42F4-A8FE-C3BFCECBAADD}"/>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898904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7CE10DB-6392-4A4A-89B7-0D3A6D8ECD1A}"/>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p>
        </p:txBody>
      </p:sp>
      <p:sp>
        <p:nvSpPr>
          <p:cNvPr id="3" name="Marcador de texto vertical 2">
            <a:extLst>
              <a:ext uri="{FF2B5EF4-FFF2-40B4-BE49-F238E27FC236}">
                <a16:creationId xmlns:a16="http://schemas.microsoft.com/office/drawing/2014/main" id="{F056D1C7-8969-4AD4-B9D4-4E4715CB3DB2}"/>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34A8914C-A513-49B7-846E-3AC6B88E1BFE}"/>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F5A28E0B-157E-4704-8194-F6AA2729D9D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79685967-B4FB-423A-844A-AB680385E506}"/>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3595499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E527713-1033-4C8F-8674-B694EB2060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p>
        </p:txBody>
      </p:sp>
      <p:sp>
        <p:nvSpPr>
          <p:cNvPr id="3" name="Marcador de texto 2">
            <a:extLst>
              <a:ext uri="{FF2B5EF4-FFF2-40B4-BE49-F238E27FC236}">
                <a16:creationId xmlns:a16="http://schemas.microsoft.com/office/drawing/2014/main" id="{E057455B-7BAF-4747-AC77-77F471C98E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48122BEC-5132-4A78-8FFB-8199E6A902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A1D83E80-00DF-42DA-8262-0679164F71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D8DF30B6-99FF-4599-BAC5-769C012D58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55C1EA-DA40-4D71-81B5-192D430DA679}" type="slidenum">
              <a:rPr lang="es-MX" smtClean="0"/>
              <a:t>‹Nº›</a:t>
            </a:fld>
            <a:endParaRPr lang="es-MX"/>
          </a:p>
        </p:txBody>
      </p:sp>
    </p:spTree>
    <p:extLst>
      <p:ext uri="{BB962C8B-B14F-4D97-AF65-F5344CB8AC3E}">
        <p14:creationId xmlns:p14="http://schemas.microsoft.com/office/powerpoint/2010/main" val="3061869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FONDO]" descr="[FONDO]">
            <a:extLst>
              <a:ext uri="{FF2B5EF4-FFF2-40B4-BE49-F238E27FC236}">
                <a16:creationId xmlns:a16="http://schemas.microsoft.com/office/drawing/2014/main" id="{550B94DC-8083-409B-A0AE-8E5F92888076}"/>
              </a:ext>
            </a:extLst>
          </p:cNvPr>
          <p:cNvPicPr>
            <a:picLocks noChangeAspect="1"/>
          </p:cNvPicPr>
          <p:nvPr/>
        </p:nvPicPr>
        <p:blipFill>
          <a:blip r:embed="rId2"/>
          <a:stretch>
            <a:fillRect/>
          </a:stretch>
        </p:blipFill>
        <p:spPr>
          <a:xfrm>
            <a:off x="0" y="9634"/>
            <a:ext cx="12192000" cy="6838731"/>
          </a:xfrm>
          <a:prstGeom prst="rect">
            <a:avLst/>
          </a:prstGeom>
        </p:spPr>
      </p:pic>
      <p:pic>
        <p:nvPicPr>
          <p:cNvPr id="6" name="[FP]" descr="[FP]">
            <a:extLst>
              <a:ext uri="{FF2B5EF4-FFF2-40B4-BE49-F238E27FC236}">
                <a16:creationId xmlns:a16="http://schemas.microsoft.com/office/drawing/2014/main" id="{96BB27C3-171F-415B-955E-00B05E76B932}"/>
              </a:ext>
              <a:ext uri="{C183D7F6-B498-43B3-948B-1728B52AA6E4}">
                <adec:decorative xmlns:adec="http://schemas.microsoft.com/office/drawing/2017/decorative" val="0"/>
              </a:ext>
            </a:extLst>
          </p:cNvPr>
          <p:cNvPicPr>
            <a:picLocks noChangeAspect="1"/>
          </p:cNvPicPr>
          <p:nvPr/>
        </p:nvPicPr>
        <p:blipFill rotWithShape="1">
          <a:blip r:embed="rId3">
            <a:extLst>
              <a:ext uri="{28A0092B-C50C-407E-A947-70E740481C1C}">
                <a14:useLocalDpi xmlns:a14="http://schemas.microsoft.com/office/drawing/2010/main" val="0"/>
              </a:ext>
            </a:extLst>
          </a:blip>
          <a:srcRect l="13321" r="5707" b="43686"/>
          <a:stretch/>
        </p:blipFill>
        <p:spPr>
          <a:xfrm>
            <a:off x="375030" y="872451"/>
            <a:ext cx="1746956" cy="1783408"/>
          </a:xfrm>
          <a:prstGeom prst="rect">
            <a:avLst/>
          </a:prstGeom>
          <a:ln w="1905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pic>
      <p:sp>
        <p:nvSpPr>
          <p:cNvPr id="7" name="CuadroTexto 6">
            <a:extLst>
              <a:ext uri="{FF2B5EF4-FFF2-40B4-BE49-F238E27FC236}">
                <a16:creationId xmlns:a16="http://schemas.microsoft.com/office/drawing/2014/main" id="{3D74CD59-3E7C-4914-8600-4A1E85442772}"/>
              </a:ext>
              <a:ext uri="{C183D7F6-B498-43B3-948B-1728B52AA6E4}">
                <adec:decorative xmlns:adec="http://schemas.microsoft.com/office/drawing/2017/decorative" val="0"/>
              </a:ext>
            </a:extLst>
          </p:cNvPr>
          <p:cNvSpPr txBox="1"/>
          <p:nvPr/>
        </p:nvSpPr>
        <p:spPr>
          <a:xfrm>
            <a:off x="375030" y="2676896"/>
            <a:ext cx="1746956" cy="400110"/>
          </a:xfrm>
          <a:prstGeom prst="rect">
            <a:avLst/>
          </a:prstGeom>
          <a:noFill/>
          <a:ln w="19050">
            <a:solidFill>
              <a:srgbClr val="002060"/>
            </a:solidFill>
          </a:ln>
        </p:spPr>
        <p:txBody>
          <a:bodyPr wrap="square" rtlCol="0">
            <a:spAutoFit/>
          </a:bodyPr>
          <a:lstStyle/>
          <a:p>
            <a:pPr algn="ctr" defTabSz="1219169" hangingPunct="0"/>
            <a:r>
              <a:rPr lang="es-MX" sz="1000" b="1" kern="0" dirty="0">
                <a:solidFill>
                  <a:srgbClr val="D5D5D5">
                    <a:lumMod val="10000"/>
                  </a:srgbClr>
                </a:solidFill>
                <a:latin typeface="Helvetica Neue"/>
                <a:sym typeface="Helvetica Neue"/>
              </a:rPr>
              <a:t>[C1]</a:t>
            </a:r>
          </a:p>
          <a:p>
            <a:pPr algn="ctr" defTabSz="1219169" hangingPunct="0"/>
            <a:r>
              <a:rPr lang="es-MX" sz="1000" b="1" kern="0" dirty="0">
                <a:solidFill>
                  <a:srgbClr val="D5D5D5">
                    <a:lumMod val="10000"/>
                  </a:srgbClr>
                </a:solidFill>
                <a:latin typeface="Helvetica Neue"/>
                <a:sym typeface="Helvetica Neue"/>
              </a:rPr>
              <a:t>[C10]</a:t>
            </a:r>
          </a:p>
        </p:txBody>
      </p:sp>
      <p:sp>
        <p:nvSpPr>
          <p:cNvPr id="9" name="CuadroTexto 8">
            <a:extLst>
              <a:ext uri="{FF2B5EF4-FFF2-40B4-BE49-F238E27FC236}">
                <a16:creationId xmlns:a16="http://schemas.microsoft.com/office/drawing/2014/main" id="{30351AD1-E07B-4A71-9B0F-C13A755BC74E}"/>
              </a:ext>
              <a:ext uri="{C183D7F6-B498-43B3-948B-1728B52AA6E4}">
                <adec:decorative xmlns:adec="http://schemas.microsoft.com/office/drawing/2017/decorative" val="0"/>
              </a:ext>
            </a:extLst>
          </p:cNvPr>
          <p:cNvSpPr txBox="1"/>
          <p:nvPr/>
        </p:nvSpPr>
        <p:spPr>
          <a:xfrm>
            <a:off x="535322" y="4736644"/>
            <a:ext cx="1426372"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b="1" kern="0" dirty="0">
                <a:solidFill>
                  <a:srgbClr val="D5D5D5">
                    <a:lumMod val="10000"/>
                  </a:srgbClr>
                </a:solidFill>
                <a:latin typeface="Helvetica Neue"/>
                <a:sym typeface="Helvetica Neue"/>
              </a:rPr>
              <a:t>Objetivo detenido</a:t>
            </a:r>
          </a:p>
        </p:txBody>
      </p:sp>
      <p:sp>
        <p:nvSpPr>
          <p:cNvPr id="11" name="Rectángulo: esquinas redondeadas 10">
            <a:extLst>
              <a:ext uri="{FF2B5EF4-FFF2-40B4-BE49-F238E27FC236}">
                <a16:creationId xmlns:a16="http://schemas.microsoft.com/office/drawing/2014/main" id="{DCBA5AE1-928F-4078-8BDA-87D77C1A9140}"/>
              </a:ext>
              <a:ext uri="{C183D7F6-B498-43B3-948B-1728B52AA6E4}">
                <adec:decorative xmlns:adec="http://schemas.microsoft.com/office/drawing/2017/decorative" val="0"/>
              </a:ext>
            </a:extLst>
          </p:cNvPr>
          <p:cNvSpPr/>
          <p:nvPr/>
        </p:nvSpPr>
        <p:spPr>
          <a:xfrm>
            <a:off x="375030" y="4690041"/>
            <a:ext cx="1746956" cy="329168"/>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412750" hangingPunct="0"/>
            <a:endParaRPr lang="es-MX" sz="1600" kern="0">
              <a:solidFill>
                <a:srgbClr val="FFFFFF"/>
              </a:solidFill>
              <a:latin typeface="Helvetica Neue Medium"/>
              <a:ea typeface="Helvetica Neue Medium"/>
              <a:cs typeface="Helvetica Neue Medium"/>
              <a:sym typeface="Helvetica Neue Medium"/>
            </a:endParaRPr>
          </a:p>
        </p:txBody>
      </p:sp>
      <p:graphicFrame>
        <p:nvGraphicFramePr>
          <p:cNvPr id="12" name="Tabla 11">
            <a:extLst>
              <a:ext uri="{FF2B5EF4-FFF2-40B4-BE49-F238E27FC236}">
                <a16:creationId xmlns:a16="http://schemas.microsoft.com/office/drawing/2014/main" id="{7D086326-9674-4613-A1F6-30D70D726251}"/>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3793104443"/>
              </p:ext>
            </p:extLst>
          </p:nvPr>
        </p:nvGraphicFramePr>
        <p:xfrm>
          <a:off x="2342571" y="872451"/>
          <a:ext cx="9255737" cy="5158857"/>
        </p:xfrm>
        <a:graphic>
          <a:graphicData uri="http://schemas.openxmlformats.org/drawingml/2006/table">
            <a:tbl>
              <a:tblPr firstRow="1" bandRow="1">
                <a:tableStyleId>{5940675A-B579-460E-94D1-54222C63F5DA}</a:tableStyleId>
              </a:tblPr>
              <a:tblGrid>
                <a:gridCol w="1821946">
                  <a:extLst>
                    <a:ext uri="{9D8B030D-6E8A-4147-A177-3AD203B41FA5}">
                      <a16:colId xmlns:a16="http://schemas.microsoft.com/office/drawing/2014/main" val="84531247"/>
                    </a:ext>
                  </a:extLst>
                </a:gridCol>
                <a:gridCol w="4416776">
                  <a:extLst>
                    <a:ext uri="{9D8B030D-6E8A-4147-A177-3AD203B41FA5}">
                      <a16:colId xmlns:a16="http://schemas.microsoft.com/office/drawing/2014/main" val="2002464751"/>
                    </a:ext>
                  </a:extLst>
                </a:gridCol>
                <a:gridCol w="3017015">
                  <a:extLst>
                    <a:ext uri="{9D8B030D-6E8A-4147-A177-3AD203B41FA5}">
                      <a16:colId xmlns:a16="http://schemas.microsoft.com/office/drawing/2014/main" val="3567498210"/>
                    </a:ext>
                  </a:extLst>
                </a:gridCol>
              </a:tblGrid>
              <a:tr h="77724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Antecedentes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indent="0" algn="l">
                        <a:buFont typeface="Arial" panose="020B0604020202020204" pitchFamily="34" charset="0"/>
                        <a:buNone/>
                      </a:pPr>
                      <a:r>
                        <a:rPr kumimoji="0" lang="es-419" sz="1200" b="0" i="0" u="none" strike="noStrike" cap="none" spc="0" normalizeH="0" dirty="0">
                          <a:ln>
                            <a:noFill/>
                          </a:ln>
                          <a:solidFill>
                            <a:schemeClr val="bg2">
                              <a:lumMod val="10000"/>
                            </a:schemeClr>
                          </a:solidFill>
                          <a:effectLst/>
                          <a:latin typeface="+mj-lt"/>
                          <a:ea typeface="+mn-ea"/>
                          <a:cs typeface="+mn-cs"/>
                          <a:sym typeface="Helvetica Neue"/>
                        </a:rPr>
                        <a:t>[C4]</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4260607246"/>
                  </a:ext>
                </a:extLst>
              </a:tr>
              <a:tr h="41148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Órdenes de aprehensión</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l"/>
                      <a:r>
                        <a:rPr kumimoji="0" lang="es-419" sz="1200" b="0" i="0" u="none" strike="noStrike" cap="none" spc="0" normalizeH="0" dirty="0">
                          <a:ln>
                            <a:noFill/>
                          </a:ln>
                          <a:solidFill>
                            <a:schemeClr val="bg2">
                              <a:lumMod val="10000"/>
                            </a:schemeClr>
                          </a:solidFill>
                          <a:effectLst/>
                          <a:latin typeface="+mj-lt"/>
                          <a:ea typeface="+mn-ea"/>
                          <a:cs typeface="+mn-cs"/>
                          <a:sym typeface="Helvetica Neue"/>
                        </a:rPr>
                        <a:t>[C6]</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601757136"/>
                  </a:ext>
                </a:extLst>
              </a:tr>
              <a:tr h="1867017">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Asuntos relacionados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kumimoji="0" lang="es-MX" sz="1200" b="1" i="0" u="none" strike="noStrike" kern="1200" cap="none" spc="0" normalizeH="0" dirty="0">
                          <a:ln>
                            <a:noFill/>
                          </a:ln>
                          <a:solidFill>
                            <a:schemeClr val="bg2">
                              <a:lumMod val="10000"/>
                            </a:schemeClr>
                          </a:solidFill>
                          <a:effectLst/>
                          <a:latin typeface="+mj-lt"/>
                          <a:ea typeface="+mn-ea"/>
                          <a:cs typeface="+mn-cs"/>
                          <a:sym typeface="Helvetica Neue"/>
                        </a:rPr>
                        <a:t>[C9]</a:t>
                      </a: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342900" indent="-342900" algn="just">
                        <a:buFont typeface="Arial" panose="020B0604020202020204" pitchFamily="34" charset="0"/>
                        <a:buChar char="•"/>
                      </a:pPr>
                      <a:r>
                        <a:rPr lang="es-MX" sz="1200" b="0" i="0" u="none" strike="noStrike" kern="1200" cap="none" spc="0" baseline="0" dirty="0">
                          <a:solidFill>
                            <a:schemeClr val="bg2">
                              <a:lumMod val="10000"/>
                            </a:schemeClr>
                          </a:solidFill>
                          <a:uFillTx/>
                          <a:latin typeface="+mj-lt"/>
                          <a:ea typeface="+mn-ea"/>
                          <a:cs typeface="+mn-cs"/>
                          <a:sym typeface="Helvetica Neue"/>
                        </a:rPr>
                        <a:t>Autor intelectual del ataque perpetrado en contra de elementos de la Comisaria General el día 22 de septiembre del año 2022, en las inmediaciones de Fracc. Valle del Real, Rincón de Romos, Aguascalientes. </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47750782"/>
                  </a:ext>
                </a:extLst>
              </a:tr>
              <a:tr h="96012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Sentencia</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lvl="0" indent="0" algn="just" defTabSz="584200" rtl="0" eaLnBrk="1" fontAlgn="auto" latinLnBrk="0" hangingPunct="1">
                        <a:lnSpc>
                          <a:spcPct val="100000"/>
                        </a:lnSpc>
                        <a:spcBef>
                          <a:spcPts val="0"/>
                        </a:spcBef>
                        <a:spcAft>
                          <a:spcPts val="0"/>
                        </a:spcAft>
                        <a:buClrTx/>
                        <a:buSzTx/>
                        <a:buFontTx/>
                        <a:buNone/>
                        <a:tabLst/>
                        <a:defRPr/>
                      </a:pPr>
                      <a:r>
                        <a:rPr lang="es-MX" sz="1200" kern="1200" dirty="0">
                          <a:solidFill>
                            <a:schemeClr val="bg2">
                              <a:lumMod val="10000"/>
                            </a:schemeClr>
                          </a:solidFill>
                          <a:latin typeface="+mj-lt"/>
                          <a:ea typeface="+mn-ea"/>
                          <a:cs typeface="+mn-cs"/>
                        </a:rPr>
                        <a:t>[C7], [C8]</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1778621528"/>
                  </a:ext>
                </a:extLst>
              </a:tr>
              <a:tr h="114300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Estatus jurídico</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just"/>
                      <a:r>
                        <a:rPr kumimoji="0" lang="es-MX" sz="1200" b="1" i="0" u="none" strike="noStrike" cap="none" spc="0" normalizeH="0" dirty="0">
                          <a:ln>
                            <a:noFill/>
                          </a:ln>
                          <a:solidFill>
                            <a:srgbClr val="002060"/>
                          </a:solidFill>
                          <a:effectLst/>
                          <a:latin typeface="+mj-lt"/>
                          <a:ea typeface="+mn-ea"/>
                          <a:cs typeface="+mn-cs"/>
                          <a:sym typeface="Helvetica Neue"/>
                        </a:rPr>
                        <a:t>[C9]</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554105151"/>
                  </a:ext>
                </a:extLst>
              </a:tr>
            </a:tbl>
          </a:graphicData>
        </a:graphic>
      </p:graphicFrame>
      <p:pic>
        <p:nvPicPr>
          <p:cNvPr id="13" name="Imagen 12">
            <a:extLst>
              <a:ext uri="{FF2B5EF4-FFF2-40B4-BE49-F238E27FC236}">
                <a16:creationId xmlns:a16="http://schemas.microsoft.com/office/drawing/2014/main" id="{F3E4DB8D-4053-4584-8E16-FD3B10A1C1B7}"/>
              </a:ext>
              <a:ext uri="{C183D7F6-B498-43B3-948B-1728B52AA6E4}">
                <adec:decorative xmlns:adec="http://schemas.microsoft.com/office/drawing/2017/decorative" val="0"/>
              </a:ext>
            </a:extLst>
          </p:cNvPr>
          <p:cNvPicPr>
            <a:picLocks noChangeAspect="1"/>
          </p:cNvPicPr>
          <p:nvPr/>
        </p:nvPicPr>
        <p:blipFill rotWithShape="1">
          <a:blip r:embed="rId4">
            <a:extLst>
              <a:ext uri="{28A0092B-C50C-407E-A947-70E740481C1C}">
                <a14:useLocalDpi xmlns:a14="http://schemas.microsoft.com/office/drawing/2010/main" val="0"/>
              </a:ext>
            </a:extLst>
          </a:blip>
          <a:srcRect l="453" t="15439" r="-453" b="20541"/>
          <a:stretch/>
        </p:blipFill>
        <p:spPr>
          <a:xfrm>
            <a:off x="4517254" y="2781648"/>
            <a:ext cx="1370384" cy="1091957"/>
          </a:xfrm>
          <a:prstGeom prst="rect">
            <a:avLst/>
          </a:prstGeom>
        </p:spPr>
      </p:pic>
      <p:pic>
        <p:nvPicPr>
          <p:cNvPr id="14" name="Imagen 13">
            <a:extLst>
              <a:ext uri="{FF2B5EF4-FFF2-40B4-BE49-F238E27FC236}">
                <a16:creationId xmlns:a16="http://schemas.microsoft.com/office/drawing/2014/main" id="{78AD0D50-CEAB-4875-8FC7-D883FA47718A}"/>
              </a:ext>
              <a:ext uri="{C183D7F6-B498-43B3-948B-1728B52AA6E4}">
                <adec:decorative xmlns:adec="http://schemas.microsoft.com/office/drawing/2017/decorative" val="0"/>
              </a:ext>
            </a:extLst>
          </p:cNvPr>
          <p:cNvPicPr>
            <a:picLocks noChangeAspect="1"/>
          </p:cNvPicPr>
          <p:nvPr/>
        </p:nvPicPr>
        <p:blipFill rotWithShape="1">
          <a:blip r:embed="rId5">
            <a:extLst>
              <a:ext uri="{28A0092B-C50C-407E-A947-70E740481C1C}">
                <a14:useLocalDpi xmlns:a14="http://schemas.microsoft.com/office/drawing/2010/main" val="0"/>
              </a:ext>
            </a:extLst>
          </a:blip>
          <a:srcRect l="14776" b="36330"/>
          <a:stretch/>
        </p:blipFill>
        <p:spPr>
          <a:xfrm>
            <a:off x="6687005" y="2799457"/>
            <a:ext cx="1145979" cy="1091957"/>
          </a:xfrm>
          <a:prstGeom prst="rect">
            <a:avLst/>
          </a:prstGeom>
        </p:spPr>
      </p:pic>
      <p:sp>
        <p:nvSpPr>
          <p:cNvPr id="15" name="CuadroTexto 14">
            <a:extLst>
              <a:ext uri="{FF2B5EF4-FFF2-40B4-BE49-F238E27FC236}">
                <a16:creationId xmlns:a16="http://schemas.microsoft.com/office/drawing/2014/main" id="{892DDAC4-4E3B-42FD-8F24-EB68A85E8C14}"/>
              </a:ext>
              <a:ext uri="{C183D7F6-B498-43B3-948B-1728B52AA6E4}">
                <adec:decorative xmlns:adec="http://schemas.microsoft.com/office/drawing/2017/decorative" val="0"/>
              </a:ext>
            </a:extLst>
          </p:cNvPr>
          <p:cNvSpPr txBox="1"/>
          <p:nvPr/>
        </p:nvSpPr>
        <p:spPr>
          <a:xfrm>
            <a:off x="380448" y="3259050"/>
            <a:ext cx="1746956" cy="577081"/>
          </a:xfrm>
          <a:prstGeom prst="rect">
            <a:avLst/>
          </a:prstGeom>
          <a:noFill/>
          <a:ln w="19050">
            <a:solidFill>
              <a:srgbClr val="002060"/>
            </a:solidFill>
          </a:ln>
        </p:spPr>
        <p:txBody>
          <a:bodyPr wrap="square" rtlCol="0">
            <a:spAutoFit/>
          </a:bodyPr>
          <a:lstStyle/>
          <a:p>
            <a:pPr algn="ctr" defTabSz="1219169" hangingPunct="0"/>
            <a:r>
              <a:rPr lang="es-MX" sz="1050" b="1" kern="0" dirty="0">
                <a:solidFill>
                  <a:srgbClr val="D5D5D5">
                    <a:lumMod val="10000"/>
                  </a:srgbClr>
                </a:solidFill>
                <a:latin typeface="Helvetica Neue"/>
                <a:sym typeface="Helvetica Neue"/>
              </a:rPr>
              <a:t>Fecha de nacimiento: [C11]</a:t>
            </a:r>
          </a:p>
          <a:p>
            <a:pPr algn="ctr" defTabSz="1219169" hangingPunct="0"/>
            <a:r>
              <a:rPr lang="es-MX" sz="1050" b="1" kern="0" dirty="0">
                <a:solidFill>
                  <a:srgbClr val="D5D5D5">
                    <a:lumMod val="10000"/>
                  </a:srgbClr>
                </a:solidFill>
                <a:latin typeface="Helvetica Neue"/>
                <a:sym typeface="Helvetica Neue"/>
              </a:rPr>
              <a:t>[C12]</a:t>
            </a:r>
          </a:p>
        </p:txBody>
      </p:sp>
      <p:sp>
        <p:nvSpPr>
          <p:cNvPr id="16" name="CuadroTexto 15">
            <a:extLst>
              <a:ext uri="{FF2B5EF4-FFF2-40B4-BE49-F238E27FC236}">
                <a16:creationId xmlns:a16="http://schemas.microsoft.com/office/drawing/2014/main" id="{36DEA57A-0F2B-4205-9AEA-CDB8A26DFE03}"/>
              </a:ext>
              <a:ext uri="{C183D7F6-B498-43B3-948B-1728B52AA6E4}">
                <adec:decorative xmlns:adec="http://schemas.microsoft.com/office/drawing/2017/decorative" val="0"/>
              </a:ext>
            </a:extLst>
          </p:cNvPr>
          <p:cNvSpPr txBox="1"/>
          <p:nvPr/>
        </p:nvSpPr>
        <p:spPr>
          <a:xfrm>
            <a:off x="4158761" y="4230518"/>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[V1]</a:t>
            </a:r>
          </a:p>
        </p:txBody>
      </p:sp>
      <p:sp>
        <p:nvSpPr>
          <p:cNvPr id="17" name="CuadroTexto 16">
            <a:extLst>
              <a:ext uri="{FF2B5EF4-FFF2-40B4-BE49-F238E27FC236}">
                <a16:creationId xmlns:a16="http://schemas.microsoft.com/office/drawing/2014/main" id="{AB2E1746-7AB9-4030-9908-3CB3D9894222}"/>
              </a:ext>
              <a:ext uri="{C183D7F6-B498-43B3-948B-1728B52AA6E4}">
                <adec:decorative xmlns:adec="http://schemas.microsoft.com/office/drawing/2017/decorative" val="0"/>
              </a:ext>
            </a:extLst>
          </p:cNvPr>
          <p:cNvSpPr txBox="1"/>
          <p:nvPr/>
        </p:nvSpPr>
        <p:spPr>
          <a:xfrm>
            <a:off x="6560438" y="4212361"/>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[V2]</a:t>
            </a:r>
          </a:p>
        </p:txBody>
      </p:sp>
      <p:sp>
        <p:nvSpPr>
          <p:cNvPr id="10" name="Rectángulo: esquinas redondeadas 9">
            <a:extLst>
              <a:ext uri="{FF2B5EF4-FFF2-40B4-BE49-F238E27FC236}">
                <a16:creationId xmlns:a16="http://schemas.microsoft.com/office/drawing/2014/main" id="{A867825B-864F-4860-8146-FF4726E50C0C}"/>
              </a:ext>
              <a:ext uri="{C183D7F6-B498-43B3-948B-1728B52AA6E4}">
                <adec:decorative xmlns:adec="http://schemas.microsoft.com/office/drawing/2017/decorative" val="0"/>
              </a:ext>
            </a:extLst>
          </p:cNvPr>
          <p:cNvSpPr/>
          <p:nvPr/>
        </p:nvSpPr>
        <p:spPr>
          <a:xfrm>
            <a:off x="375030" y="3981262"/>
            <a:ext cx="1746956" cy="431324"/>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050" b="1" kern="0" dirty="0">
                <a:solidFill>
                  <a:srgbClr val="FF0000"/>
                </a:solidFill>
                <a:latin typeface="Helvetica Neue"/>
                <a:sym typeface="Helvetica Neue"/>
              </a:rPr>
              <a:t>[C2]</a:t>
            </a:r>
          </a:p>
          <a:p>
            <a:pPr algn="ctr" defTabSz="1219169" hangingPunct="0"/>
            <a:r>
              <a:rPr lang="es-MX" sz="1050" b="1" kern="0" dirty="0">
                <a:solidFill>
                  <a:srgbClr val="D5D5D5">
                    <a:lumMod val="10000"/>
                  </a:srgbClr>
                </a:solidFill>
                <a:latin typeface="Helvetica Neue"/>
                <a:sym typeface="Helvetica Neue"/>
              </a:rPr>
              <a:t>Función: [C3] </a:t>
            </a:r>
          </a:p>
        </p:txBody>
      </p:sp>
    </p:spTree>
    <p:extLst>
      <p:ext uri="{BB962C8B-B14F-4D97-AF65-F5344CB8AC3E}">
        <p14:creationId xmlns:p14="http://schemas.microsoft.com/office/powerpoint/2010/main" val="2376095208"/>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179</TotalTime>
  <Words>97</Words>
  <Application>Microsoft Office PowerPoint</Application>
  <PresentationFormat>Panorámica</PresentationFormat>
  <Paragraphs>22</Paragraphs>
  <Slides>1</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vt:i4>
      </vt:variant>
    </vt:vector>
  </HeadingPairs>
  <TitlesOfParts>
    <vt:vector size="7" baseType="lpstr">
      <vt:lpstr>Arial</vt:lpstr>
      <vt:lpstr>Calibri</vt:lpstr>
      <vt:lpstr>Calibri Light</vt:lpstr>
      <vt:lpstr>Helvetica Neue</vt:lpstr>
      <vt:lpstr>Helvetica Neue Medium</vt:lpstr>
      <vt:lpstr>Tema de Office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Usuario Leonardo Adrian De Lira Castanon</dc:creator>
  <cp:lastModifiedBy>Usuario Leonardo Adrian De Lira Castanon</cp:lastModifiedBy>
  <cp:revision>7</cp:revision>
  <dcterms:created xsi:type="dcterms:W3CDTF">2025-11-12T16:18:29Z</dcterms:created>
  <dcterms:modified xsi:type="dcterms:W3CDTF">2025-11-12T19:18:01Z</dcterms:modified>
</cp:coreProperties>
</file>