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99305533616e4cfa"/>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7" d="100"/>
          <a:sy n="97" d="100"/>
        </p:scale>
        <p:origin x="102" y="438"/>
      </p:cViewPr>
      <p:guideLst/>
    </p:cSldViewPr>
  </p:slideViewPr>
  <p:notesTextViewPr>
    <p:cViewPr>
      <p:scale>
        <a:sx n="1" d="1"/>
        <a:sy n="1" d="1"/>
      </p:scale>
      <p:origin x="0" y="0"/>
    </p:cViewPr>
  </p:notesTextViewPr>
  <p:gridSpacing cx="72008" cy="72008"/>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99305533616e4cfa"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8E0D-0952-490C-984D-615FC13D32A0}"/>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p>
        </p:txBody>
      </p:sp>
      <p:sp>
        <p:nvSpPr>
          <p:cNvPr id="3" name="Subtítulo 2">
            <a:extLst>
              <a:ext uri="{FF2B5EF4-FFF2-40B4-BE49-F238E27FC236}">
                <a16:creationId xmlns:a16="http://schemas.microsoft.com/office/drawing/2014/main" id="{A28042A2-A594-4576-8419-AA38E3F95E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p>
        </p:txBody>
      </p:sp>
      <p:sp>
        <p:nvSpPr>
          <p:cNvPr id="4" name="Marcador de fecha 3">
            <a:extLst>
              <a:ext uri="{FF2B5EF4-FFF2-40B4-BE49-F238E27FC236}">
                <a16:creationId xmlns:a16="http://schemas.microsoft.com/office/drawing/2014/main" id="{16E9F637-BE67-4214-9CD9-9B7FB99A2AA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509747B-46B2-42F8-8EAD-E47BA1771EE5}"/>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524D85E-9A27-4ADD-BEA9-31FD7E5F998F}"/>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1753984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D36BC4-D232-4B1E-B70D-D91B80D54C93}"/>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10411C83-320C-42BA-98AE-4F4C7BC74060}"/>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03ECA821-FBD6-4501-BBC5-3ED79AE97BF8}"/>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0688DDD8-2BC1-4A85-8104-AEADC9BEAF2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EC056E28-5F22-4571-BACF-E2825ECBA7DE}"/>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268983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DB471-9543-4DAB-A219-1659491A9B38}"/>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p>
        </p:txBody>
      </p:sp>
      <p:sp>
        <p:nvSpPr>
          <p:cNvPr id="3" name="Marcador de texto 2">
            <a:extLst>
              <a:ext uri="{FF2B5EF4-FFF2-40B4-BE49-F238E27FC236}">
                <a16:creationId xmlns:a16="http://schemas.microsoft.com/office/drawing/2014/main" id="{EE588458-4650-4415-A60D-4DE68764EF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3036DAA6-920D-44DD-88B2-9250DB8C90C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D77011E6-707F-44F2-A6BA-B99BFE142BD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23F31E6-90AB-49BC-B85C-E95CC45990F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753261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B98501-CC3F-4EB2-B6A2-9671F3A97F38}"/>
              </a:ext>
            </a:extLst>
          </p:cNvPr>
          <p:cNvSpPr>
            <a:spLocks noGrp="1"/>
          </p:cNvSpPr>
          <p:nvPr>
            <p:ph type="title"/>
          </p:nvPr>
        </p:nvSpPr>
        <p:spPr/>
        <p:txBody>
          <a:body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B5F5ABAD-880A-4399-A013-CF87B862A61E}"/>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contenido 3">
            <a:extLst>
              <a:ext uri="{FF2B5EF4-FFF2-40B4-BE49-F238E27FC236}">
                <a16:creationId xmlns:a16="http://schemas.microsoft.com/office/drawing/2014/main" id="{5E00D460-9968-4966-84B6-4496DA2EA72F}"/>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fecha 4">
            <a:extLst>
              <a:ext uri="{FF2B5EF4-FFF2-40B4-BE49-F238E27FC236}">
                <a16:creationId xmlns:a16="http://schemas.microsoft.com/office/drawing/2014/main" id="{5F2F7D60-FE8E-45A1-BBC8-D8252D14C33A}"/>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E38980B-8E3F-4FCC-95D7-0FCF85B8201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839CF3F2-7270-42CA-9898-48BB8AA9FEE1}"/>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276751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F33742-F5ED-47CB-82ED-F2FA0281378D}"/>
              </a:ext>
            </a:extLst>
          </p:cNvPr>
          <p:cNvSpPr>
            <a:spLocks noGrp="1"/>
          </p:cNvSpPr>
          <p:nvPr>
            <p:ph type="title"/>
          </p:nvPr>
        </p:nvSpPr>
        <p:spPr>
          <a:xfrm>
            <a:off x="839788" y="365125"/>
            <a:ext cx="10515600" cy="1325563"/>
          </a:xfrm>
        </p:spPr>
        <p:txBody>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9EB95FE3-EFDF-4B2F-AE71-291C426931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5B2A4686-ED69-40C8-AF49-5975F8402BE0}"/>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5" name="Marcador de texto 4">
            <a:extLst>
              <a:ext uri="{FF2B5EF4-FFF2-40B4-BE49-F238E27FC236}">
                <a16:creationId xmlns:a16="http://schemas.microsoft.com/office/drawing/2014/main" id="{07E2B688-8242-4C9E-B392-98F7D90D9A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3D7347F0-1785-46BF-9003-D48CB6ADA4D2}"/>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7" name="Marcador de fecha 6">
            <a:extLst>
              <a:ext uri="{FF2B5EF4-FFF2-40B4-BE49-F238E27FC236}">
                <a16:creationId xmlns:a16="http://schemas.microsoft.com/office/drawing/2014/main" id="{75354438-23F5-4F16-B30B-597ED06EE829}"/>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8" name="Marcador de pie de página 7">
            <a:extLst>
              <a:ext uri="{FF2B5EF4-FFF2-40B4-BE49-F238E27FC236}">
                <a16:creationId xmlns:a16="http://schemas.microsoft.com/office/drawing/2014/main" id="{4E54B92E-7740-43A3-B3E2-DA805A3A26D1}"/>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56CC8A04-EEAE-4D7C-AD8F-A16C6A8DC39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496326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BA1AF0-5C3C-4D06-BA20-374C22F36E55}"/>
              </a:ext>
            </a:extLst>
          </p:cNvPr>
          <p:cNvSpPr>
            <a:spLocks noGrp="1"/>
          </p:cNvSpPr>
          <p:nvPr>
            <p:ph type="title"/>
          </p:nvPr>
        </p:nvSpPr>
        <p:spPr/>
        <p:txBody>
          <a:bodyPr/>
          <a:lstStyle/>
          <a:p>
            <a:r>
              <a:rPr lang="es-MX"/>
              <a:t>Haz clic para modificar el estilo de título del patrón</a:t>
            </a:r>
          </a:p>
        </p:txBody>
      </p:sp>
      <p:sp>
        <p:nvSpPr>
          <p:cNvPr id="3" name="Marcador de fecha 2">
            <a:extLst>
              <a:ext uri="{FF2B5EF4-FFF2-40B4-BE49-F238E27FC236}">
                <a16:creationId xmlns:a16="http://schemas.microsoft.com/office/drawing/2014/main" id="{D073F745-E61E-463E-89A3-C806F2C1D336}"/>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4" name="Marcador de pie de página 3">
            <a:extLst>
              <a:ext uri="{FF2B5EF4-FFF2-40B4-BE49-F238E27FC236}">
                <a16:creationId xmlns:a16="http://schemas.microsoft.com/office/drawing/2014/main" id="{5361DA35-84CC-4522-A154-00A1001663D9}"/>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50060CE3-1929-4626-8A34-34D5A7CAC328}"/>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56610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4F428D5-8AC1-4BD0-8B52-9765A9AADF1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3" name="Marcador de pie de página 2">
            <a:extLst>
              <a:ext uri="{FF2B5EF4-FFF2-40B4-BE49-F238E27FC236}">
                <a16:creationId xmlns:a16="http://schemas.microsoft.com/office/drawing/2014/main" id="{D5DAFFA5-08C3-4519-88B2-5E4FDBD767C9}"/>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AE18C6C0-E831-4510-AC77-B09CA2A1D862}"/>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0239651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BC4ADD-FD2A-4E50-AAB9-D306CDA59F89}"/>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contenido 2">
            <a:extLst>
              <a:ext uri="{FF2B5EF4-FFF2-40B4-BE49-F238E27FC236}">
                <a16:creationId xmlns:a16="http://schemas.microsoft.com/office/drawing/2014/main" id="{666ED3BE-C3F9-4F5E-AFE4-7A22EFD9B1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texto 3">
            <a:extLst>
              <a:ext uri="{FF2B5EF4-FFF2-40B4-BE49-F238E27FC236}">
                <a16:creationId xmlns:a16="http://schemas.microsoft.com/office/drawing/2014/main" id="{0DA87FEC-F393-45FA-BA08-8DAD4C59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6E0BEE5-AE7B-487D-B8B2-D45BEA31C7FF}"/>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92C24C9B-BE03-4425-9734-DDCF4B2DB333}"/>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6ED77873-C295-4051-9470-8B7F5E71272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462332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1EE650-E899-439F-9C8A-57DA0CEFE81A}"/>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p>
        </p:txBody>
      </p:sp>
      <p:sp>
        <p:nvSpPr>
          <p:cNvPr id="3" name="Marcador de posición de imagen 2">
            <a:extLst>
              <a:ext uri="{FF2B5EF4-FFF2-40B4-BE49-F238E27FC236}">
                <a16:creationId xmlns:a16="http://schemas.microsoft.com/office/drawing/2014/main" id="{225040B0-6DCA-46D1-8002-7552E90BCB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8B9CD1CE-AAEC-4A26-8E1D-026D6D474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7C882B04-48E2-4A50-A4A7-F6C8DC0EB1A7}"/>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6" name="Marcador de pie de página 5">
            <a:extLst>
              <a:ext uri="{FF2B5EF4-FFF2-40B4-BE49-F238E27FC236}">
                <a16:creationId xmlns:a16="http://schemas.microsoft.com/office/drawing/2014/main" id="{EDB75A92-764D-4B80-8935-487723144DA5}"/>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F739F9A-827B-432C-A8B7-3FBCA51CE5CA}"/>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29903285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C992DC-0D4C-4DC9-834A-52EB8DA80486}"/>
              </a:ext>
            </a:extLst>
          </p:cNvPr>
          <p:cNvSpPr>
            <a:spLocks noGrp="1"/>
          </p:cNvSpPr>
          <p:nvPr>
            <p:ph type="title"/>
          </p:nvPr>
        </p:nvSpPr>
        <p:spPr/>
        <p:txBody>
          <a:bodyPr/>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68423FEE-537D-46C8-8F78-F48C270ED683}"/>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D1AB50E2-4CAA-4A10-94D4-757207C241A1}"/>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C42ADA2C-E08B-417F-8582-73BEE7970AD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D03DE89-99D0-42F4-A8FE-C3BFCECBAADD}"/>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898904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7CE10DB-6392-4A4A-89B7-0D3A6D8ECD1A}"/>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p>
        </p:txBody>
      </p:sp>
      <p:sp>
        <p:nvSpPr>
          <p:cNvPr id="3" name="Marcador de texto vertical 2">
            <a:extLst>
              <a:ext uri="{FF2B5EF4-FFF2-40B4-BE49-F238E27FC236}">
                <a16:creationId xmlns:a16="http://schemas.microsoft.com/office/drawing/2014/main" id="{F056D1C7-8969-4AD4-B9D4-4E4715CB3DB2}"/>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34A8914C-A513-49B7-846E-3AC6B88E1BFE}"/>
              </a:ext>
            </a:extLst>
          </p:cNvPr>
          <p:cNvSpPr>
            <a:spLocks noGrp="1"/>
          </p:cNvSpPr>
          <p:nvPr>
            <p:ph type="dt" sz="half" idx="10"/>
          </p:nvPr>
        </p:nvSpPr>
        <p:spPr/>
        <p:txBody>
          <a:body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F5A28E0B-157E-4704-8194-F6AA2729D9D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79685967-B4FB-423A-844A-AB680385E506}"/>
              </a:ext>
            </a:extLst>
          </p:cNvPr>
          <p:cNvSpPr>
            <a:spLocks noGrp="1"/>
          </p:cNvSpPr>
          <p:nvPr>
            <p:ph type="sldNum" sz="quarter" idx="12"/>
          </p:nvPr>
        </p:nvSpPr>
        <p:spPr/>
        <p:txBody>
          <a:bodyPr/>
          <a:lstStyle/>
          <a:p>
            <a:fld id="{DA55C1EA-DA40-4D71-81B5-192D430DA679}" type="slidenum">
              <a:rPr lang="es-MX" smtClean="0"/>
              <a:t>‹Nº›</a:t>
            </a:fld>
            <a:endParaRPr lang="es-MX"/>
          </a:p>
        </p:txBody>
      </p:sp>
    </p:spTree>
    <p:extLst>
      <p:ext uri="{BB962C8B-B14F-4D97-AF65-F5344CB8AC3E}">
        <p14:creationId xmlns:p14="http://schemas.microsoft.com/office/powerpoint/2010/main" val="33595499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16="http://schemas.microsoft.com/office/drawing/2014/main" xmlns:p14="http://schemas.microsoft.com/office/powerpoint/2010/main"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E527713-1033-4C8F-8674-B694EB2060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p>
        </p:txBody>
      </p:sp>
      <p:sp>
        <p:nvSpPr>
          <p:cNvPr id="3" name="Marcador de texto 2">
            <a:extLst>
              <a:ext uri="{FF2B5EF4-FFF2-40B4-BE49-F238E27FC236}">
                <a16:creationId xmlns:a16="http://schemas.microsoft.com/office/drawing/2014/main" id="{E057455B-7BAF-4747-AC77-77F471C98E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p>
        </p:txBody>
      </p:sp>
      <p:sp>
        <p:nvSpPr>
          <p:cNvPr id="4" name="Marcador de fecha 3">
            <a:extLst>
              <a:ext uri="{FF2B5EF4-FFF2-40B4-BE49-F238E27FC236}">
                <a16:creationId xmlns:a16="http://schemas.microsoft.com/office/drawing/2014/main" id="{48122BEC-5132-4A78-8FFB-8199E6A902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07D56C0-5552-487B-A6EB-780E4AF5235B}" type="datetimeFigureOut">
              <a:rPr lang="es-MX" smtClean="0"/>
              <a:t>12/11/2025</a:t>
            </a:fld>
            <a:endParaRPr lang="es-MX"/>
          </a:p>
        </p:txBody>
      </p:sp>
      <p:sp>
        <p:nvSpPr>
          <p:cNvPr id="5" name="Marcador de pie de página 4">
            <a:extLst>
              <a:ext uri="{FF2B5EF4-FFF2-40B4-BE49-F238E27FC236}">
                <a16:creationId xmlns:a16="http://schemas.microsoft.com/office/drawing/2014/main" id="{A1D83E80-00DF-42DA-8262-0679164F71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D8DF30B6-99FF-4599-BAC5-769C012D58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55C1EA-DA40-4D71-81B5-192D430DA679}" type="slidenum">
              <a:rPr lang="es-MX" smtClean="0"/>
              <a:t>‹Nº›</a:t>
            </a:fld>
            <a:endParaRPr lang="es-MX"/>
          </a:p>
        </p:txBody>
      </p:sp>
    </p:spTree>
    <p:extLst>
      <p:ext uri="{BB962C8B-B14F-4D97-AF65-F5344CB8AC3E}">
        <p14:creationId xmlns:p14="http://schemas.microsoft.com/office/powerpoint/2010/main" val="3061869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jpg"/></Relationships>
</file>

<file path=ppt/slides/_rels/slide2.xml.rels>&#65279;<?xml version="1.0" encoding="utf-8"?><Relationships xmlns="http://schemas.openxmlformats.org/package/2006/relationships"><Relationship Type="http://schemas.openxmlformats.org/officeDocument/2006/relationships/image" Target="/ppt/media/image2.jpg" Id="Ra282010eae024239" /><Relationship Type="http://schemas.openxmlformats.org/officeDocument/2006/relationships/image" Target="/ppt/media/image1.png" Id="Rb0f1c6307a8b4ff5" /><Relationship Type="http://schemas.openxmlformats.org/officeDocument/2006/relationships/slideLayout" Target="/ppt/slideLayouts/slideLayout1.xml" Id="R0b1637a2dfdb45c6" /><Relationship Type="http://schemas.openxmlformats.org/officeDocument/2006/relationships/image" Target="/ppt/media/image4.jpg" Id="Ra4b8e32bc93f4688" /><Relationship Type="http://schemas.openxmlformats.org/officeDocument/2006/relationships/image" Target="/ppt/media/image3.jpg" Id="Rb2d9b2e859534636" /><Relationship Type="http://schemas.openxmlformats.org/officeDocument/2006/relationships/image" Target="/ppt/media/image2.png" Id="R358de653b1b3447a" /><Relationship Type="http://schemas.openxmlformats.org/officeDocument/2006/relationships/image" Target="/ppt/media/image5.jpeg" Id="R471fea4c8edf4749"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Id2"/>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Id3">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[C1]</a:t>
            </a:r>
          </a:p>
          <a:p>
            <a:pPr algn="ctr" defTabSz="1219169" hangingPunct="0"/>
            <a:r>
              <a:rPr lang="es-MX" sz="1000" b="1" kern="0" dirty="0">
                <a:solidFill>
                  <a:srgbClr val="D5D5D5">
                    <a:lumMod val="10000"/>
                  </a:srgbClr>
                </a:solidFill>
                <a:latin typeface="Helvetica Neue"/>
                <a:sym typeface="Helvetica Neue"/>
              </a:rPr>
              <a:t>[C10]</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[C4]</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[C6]</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[C9]</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[C13]</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[C7], [C8]</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[C5]</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[C11]</a:t>
            </a:r>
          </a:p>
          <a:p>
            <a:pPr algn="ctr" defTabSz="1219169" hangingPunct="0"/>
            <a:r>
              <a:rPr lang="es-MX" sz="1050" b="1" kern="0" dirty="0">
                <a:solidFill>
                  <a:srgbClr val="D5D5D5">
                    <a:lumMod val="10000"/>
                  </a:srgbClr>
                </a:solidFill>
                <a:latin typeface="Helvetica Neue"/>
                <a:sym typeface="Helvetica Neue"/>
              </a:rPr>
              <a:t>[C12]</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[V1]</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[C2]</a:t>
            </a:r>
          </a:p>
          <a:p>
            <a:pPr algn="ctr" defTabSz="1219169" hangingPunct="0"/>
            <a:r>
              <a:rPr lang="es-MX" sz="1050" b="1" kern="0" dirty="0">
                <a:solidFill>
                  <a:srgbClr val="D5D5D5">
                    <a:lumMod val="10000"/>
                  </a:srgbClr>
                </a:solidFill>
                <a:latin typeface="Helvetica Neue"/>
                <a:sym typeface="Helvetica Neue"/>
              </a:rPr>
              <a:t>Función: [C3] </a:t>
            </a:r>
          </a:p>
        </p:txBody>
      </p:sp>
    </p:spTree>
    <p:extLst>
      <p:ext uri="{BB962C8B-B14F-4D97-AF65-F5344CB8AC3E}">
        <p14:creationId xmlns:p14="http://schemas.microsoft.com/office/powerpoint/2010/main" val="2376095208"/>
      </p:ext>
    </p:extLst>
  </p:cSld>
  <p:clrMapOvr>
    <a:masterClrMapping/>
  </p:clrMapOvr>
</p:sld>
</file>

<file path=ppt/slides/slide2.xml><?xml version="1.0" encoding="utf-8"?>
<p:sld xmlns:a16="http://schemas.microsoft.com/office/drawing/2014/main" xmlns:adec="http://schemas.microsoft.com/office/drawing/2017/decorative" xmlns:a14="http://schemas.microsoft.com/office/drawing/2010/main" xmlns:ma14="http://schemas.microsoft.com/office/mac/drawingml/2011/main" xmlns:m="http://schemas.openxmlformats.org/officeDocument/2006/math"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FONDO]" descr="[FONDO]">
            <a:extLst>
              <a:ext uri="{FF2B5EF4-FFF2-40B4-BE49-F238E27FC236}">
                <a16:creationId xmlns:a16="http://schemas.microsoft.com/office/drawing/2014/main" id="{550B94DC-8083-409B-A0AE-8E5F92888076}"/>
              </a:ext>
            </a:extLst>
          </p:cNvPr>
          <p:cNvPicPr>
            <a:picLocks noChangeAspect="1"/>
          </p:cNvPicPr>
          <p:nvPr/>
        </p:nvPicPr>
        <p:blipFill>
          <a:blip r:embed="R358de653b1b3447a"/>
          <a:stretch>
            <a:fillRect/>
          </a:stretch>
        </p:blipFill>
        <p:spPr>
          <a:xfrm>
            <a:off x="0" y="9634"/>
            <a:ext cx="12192000" cy="6838731"/>
          </a:xfrm>
          <a:prstGeom prst="rect">
            <a:avLst/>
          </a:prstGeom>
        </p:spPr>
      </p:pic>
      <p:pic>
        <p:nvPicPr>
          <p:cNvPr id="6" name="[FP]" descr="[FP]">
            <a:extLst>
              <a:ext uri="{FF2B5EF4-FFF2-40B4-BE49-F238E27FC236}">
                <a16:creationId xmlns:a16="http://schemas.microsoft.com/office/drawing/2014/main" id="{96BB27C3-171F-415B-955E-00B05E76B932}"/>
              </a:ext>
              <a:ext uri="{C183D7F6-B498-43B3-948B-1728B52AA6E4}">
                <adec:decorative xmlns:adec="http://schemas.microsoft.com/office/drawing/2017/decorative" val="0"/>
              </a:ext>
            </a:extLst>
          </p:cNvPr>
          <p:cNvPicPr>
            <a:picLocks noChangeAspect="1"/>
          </p:cNvPicPr>
          <p:nvPr/>
        </p:nvPicPr>
        <p:blipFill rotWithShape="1">
          <a:blip r:embed="R471fea4c8edf4749">
            <a:extLst>
              <a:ext uri="{28A0092B-C50C-407E-A947-70E740481C1C}">
                <a14:useLocalDpi xmlns:a14="http://schemas.microsoft.com/office/drawing/2010/main" val="0"/>
              </a:ext>
            </a:extLst>
          </a:blip>
          <a:srcRect l="13321" r="5707" b="43686"/>
          <a:stretch/>
        </p:blipFill>
        <p:spPr>
          <a:xfrm>
            <a:off x="375030" y="872451"/>
            <a:ext cx="1746956" cy="1783408"/>
          </a:xfrm>
          <a:prstGeom prst="rect">
            <a:avLst/>
          </a:prstGeom>
          <a:ln w="19050">
            <a:solidFill>
              <a:srgbClr val="000000"/>
            </a:solidFill>
            <a:miter lim="400000"/>
          </a:ln>
          <a:extLst>
            <a:ext uri="{C572A759-6A51-4108-AA02-DFA0A04FC94B}">
              <ma14:wrappingTextBoxFlag xmlns:ma14="http://schemas.microsoft.com/office/mac/drawingml/2011/main" xmlns:a14="http://schemas.microsoft.com/office/drawing/2010/main" xmlns:m="http://schemas.openxmlformats.org/officeDocument/2006/math" val="1"/>
            </a:ext>
          </a:extLst>
        </p:spPr>
      </p:pic>
      <p:sp>
        <p:nvSpPr>
          <p:cNvPr id="7" name="CuadroTexto 6">
            <a:extLst>
              <a:ext uri="{FF2B5EF4-FFF2-40B4-BE49-F238E27FC236}">
                <a16:creationId xmlns:a16="http://schemas.microsoft.com/office/drawing/2014/main" id="{3D74CD59-3E7C-4914-8600-4A1E85442772}"/>
              </a:ext>
              <a:ext uri="{C183D7F6-B498-43B3-948B-1728B52AA6E4}">
                <adec:decorative xmlns:adec="http://schemas.microsoft.com/office/drawing/2017/decorative" val="0"/>
              </a:ext>
            </a:extLst>
          </p:cNvPr>
          <p:cNvSpPr txBox="1"/>
          <p:nvPr/>
        </p:nvSpPr>
        <p:spPr>
          <a:xfrm>
            <a:off x="375030" y="2676896"/>
            <a:ext cx="1746956" cy="400110"/>
          </a:xfrm>
          <a:prstGeom prst="rect">
            <a:avLst/>
          </a:prstGeom>
          <a:noFill/>
          <a:ln w="19050">
            <a:solidFill>
              <a:srgbClr val="002060"/>
            </a:solidFill>
          </a:ln>
        </p:spPr>
        <p:txBody>
          <a:bodyPr wrap="square" rtlCol="0">
            <a:spAutoFit/>
          </a:bodyPr>
          <a:lstStyle/>
          <a:p>
            <a:pPr algn="ctr" defTabSz="1219169" hangingPunct="0"/>
            <a:r>
              <a:rPr lang="es-MX" sz="1000" b="1" kern="0" dirty="0">
                <a:solidFill>
                  <a:srgbClr val="D5D5D5">
                    <a:lumMod val="10000"/>
                  </a:srgbClr>
                </a:solidFill>
                <a:latin typeface="Helvetica Neue"/>
                <a:sym typeface="Helvetica Neue"/>
              </a:rPr>
              <a:t>ENRIQUE GUERRERO DIAZ</a:t>
            </a:r>
          </a:p>
          <a:p>
            <a:pPr algn="ctr" defTabSz="1219169" hangingPunct="0"/>
            <a:r>
              <a:rPr lang="es-MX" sz="1000" b="1" kern="0" dirty="0">
                <a:solidFill>
                  <a:srgbClr val="D5D5D5">
                    <a:lumMod val="10000"/>
                  </a:srgbClr>
                </a:solidFill>
                <a:latin typeface="Helvetica Neue"/>
                <a:sym typeface="Helvetica Neue"/>
              </a:rPr>
              <a:t>(a) 'Kike '</a:t>
            </a:r>
          </a:p>
        </p:txBody>
      </p:sp>
      <p:sp>
        <p:nvSpPr>
          <p:cNvPr id="9" name="CuadroTexto 8">
            <a:extLst>
              <a:ext uri="{FF2B5EF4-FFF2-40B4-BE49-F238E27FC236}">
                <a16:creationId xmlns:a16="http://schemas.microsoft.com/office/drawing/2014/main" id="{30351AD1-E07B-4A71-9B0F-C13A755BC74E}"/>
              </a:ext>
              <a:ext uri="{C183D7F6-B498-43B3-948B-1728B52AA6E4}">
                <adec:decorative xmlns:adec="http://schemas.microsoft.com/office/drawing/2017/decorative" val="0"/>
              </a:ext>
            </a:extLst>
          </p:cNvPr>
          <p:cNvSpPr txBox="1"/>
          <p:nvPr/>
        </p:nvSpPr>
        <p:spPr>
          <a:xfrm>
            <a:off x="535322" y="4736644"/>
            <a:ext cx="1426372"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b="1" kern="0" dirty="0">
                <a:solidFill>
                  <a:srgbClr val="D5D5D5">
                    <a:lumMod val="10000"/>
                  </a:srgbClr>
                </a:solidFill>
                <a:latin typeface="Helvetica Neue"/>
                <a:sym typeface="Helvetica Neue"/>
              </a:rPr>
              <a:t>Objetivo detenido</a:t>
            </a:r>
          </a:p>
        </p:txBody>
      </p:sp>
      <p:sp>
        <p:nvSpPr>
          <p:cNvPr id="11" name="Rectángulo: esquinas redondeadas 10">
            <a:extLst>
              <a:ext uri="{FF2B5EF4-FFF2-40B4-BE49-F238E27FC236}">
                <a16:creationId xmlns:a16="http://schemas.microsoft.com/office/drawing/2014/main" id="{DCBA5AE1-928F-4078-8BDA-87D77C1A9140}"/>
              </a:ext>
              <a:ext uri="{C183D7F6-B498-43B3-948B-1728B52AA6E4}">
                <adec:decorative xmlns:adec="http://schemas.microsoft.com/office/drawing/2017/decorative" val="0"/>
              </a:ext>
            </a:extLst>
          </p:cNvPr>
          <p:cNvSpPr/>
          <p:nvPr/>
        </p:nvSpPr>
        <p:spPr>
          <a:xfrm>
            <a:off x="375030" y="4690041"/>
            <a:ext cx="1746956" cy="329168"/>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412750" hangingPunct="0"/>
            <a:endParaRPr lang="es-MX" sz="1600" kern="0">
              <a:solidFill>
                <a:srgbClr val="FFFFFF"/>
              </a:solidFill>
              <a:latin typeface="Helvetica Neue Medium"/>
              <a:ea typeface="Helvetica Neue Medium"/>
              <a:cs typeface="Helvetica Neue Medium"/>
              <a:sym typeface="Helvetica Neue Medium"/>
            </a:endParaRPr>
          </a:p>
        </p:txBody>
      </p:sp>
      <p:graphicFrame>
        <p:nvGraphicFramePr>
          <p:cNvPr id="12" name="Tabla 11">
            <a:extLst>
              <a:ext uri="{FF2B5EF4-FFF2-40B4-BE49-F238E27FC236}">
                <a16:creationId xmlns:a16="http://schemas.microsoft.com/office/drawing/2014/main" id="{7D086326-9674-4613-A1F6-30D70D726251}"/>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3363756650"/>
              </p:ext>
            </p:extLst>
          </p:nvPr>
        </p:nvGraphicFramePr>
        <p:xfrm>
          <a:off x="2342571" y="872451"/>
          <a:ext cx="9255737" cy="5158857"/>
        </p:xfrm>
        <a:graphic>
          <a:graphicData uri="http://schemas.openxmlformats.org/drawingml/2006/table">
            <a:tbl>
              <a:tblPr firstRow="1" bandRow="1">
                <a:tableStyleId>{5940675A-B579-460E-94D1-54222C63F5DA}</a:tableStyleId>
              </a:tblPr>
              <a:tblGrid>
                <a:gridCol w="1821946">
                  <a:extLst>
                    <a:ext uri="{9D8B030D-6E8A-4147-A177-3AD203B41FA5}">
                      <a16:colId xmlns:a16="http://schemas.microsoft.com/office/drawing/2014/main" val="84531247"/>
                    </a:ext>
                  </a:extLst>
                </a:gridCol>
                <a:gridCol w="4416776">
                  <a:extLst>
                    <a:ext uri="{9D8B030D-6E8A-4147-A177-3AD203B41FA5}">
                      <a16:colId xmlns:a16="http://schemas.microsoft.com/office/drawing/2014/main" val="2002464751"/>
                    </a:ext>
                  </a:extLst>
                </a:gridCol>
                <a:gridCol w="3017015">
                  <a:extLst>
                    <a:ext uri="{9D8B030D-6E8A-4147-A177-3AD203B41FA5}">
                      <a16:colId xmlns:a16="http://schemas.microsoft.com/office/drawing/2014/main" val="3567498210"/>
                    </a:ext>
                  </a:extLst>
                </a:gridCol>
              </a:tblGrid>
              <a:tr h="77724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Antecedentes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indent="0" algn="l">
                        <a:buFont typeface="Arial" panose="020B0604020202020204" pitchFamily="34" charset="0"/>
                        <a:buNone/>
                      </a:pPr>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Contra la Salud — 12/04/2021 15:00
• Contra la Salud — 17/01/2021 00:00
• Contra la Salud — 28/08/2020 23:29
• Lesiones Dolosas — 10/06/2003 15:30</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4260607246"/>
                  </a:ext>
                </a:extLst>
              </a:tr>
              <a:tr h="41148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Órdenes de aprehensión</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l"/>
                      <a:r>
                        <a:rPr kumimoji="0" lang="es-419" sz="1200" b="0" i="0" u="none" strike="noStrike" cap="none" spc="0" normalizeH="0" dirty="0">
                          <a:ln>
                            <a:noFill/>
                          </a:ln>
                          <a:solidFill>
                            <a:schemeClr val="bg2">
                              <a:lumMod val="10000"/>
                            </a:schemeClr>
                          </a:solidFill>
                          <a:effectLst/>
                          <a:latin typeface="+mj-lt"/>
                          <a:ea typeface="+mn-ea"/>
                          <a:cs typeface="+mn-cs"/>
                          <a:sym typeface="Helvetica Neue"/>
                        </a:rPr>
                        <a:t>
• SECUESTRO — CUMPLIMENTADA</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601757136"/>
                  </a:ext>
                </a:extLst>
              </a:tr>
              <a:tr h="1867017">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Asuntos relacionados </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kumimoji="0" lang="es-MX" sz="1200" b="1" i="0" u="none" strike="noStrike" kern="1200" cap="none" spc="0" normalizeH="0" dirty="0">
                          <a:ln>
                            <a:noFill/>
                          </a:ln>
                          <a:solidFill>
                            <a:schemeClr val="bg2">
                              <a:lumMod val="10000"/>
                            </a:schemeClr>
                          </a:solidFill>
                          <a:effectLst/>
                          <a:latin typeface="+mj-lt"/>
                          <a:ea typeface="+mn-ea"/>
                          <a:cs typeface="+mn-cs"/>
                          <a:sym typeface="Helvetica Neue"/>
                        </a:rPr>
                        <a:t/>
                      </a: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p>
                      <a:pPr marL="342900" indent="-342900" algn="just">
                        <a:buFont typeface="Arial" panose="020B0604020202020204" pitchFamily="34" charset="0"/>
                        <a:buChar char="•"/>
                      </a:pPr>
                      <a:endParaRPr kumimoji="0" lang="es-MX" sz="1200" b="1" i="0" u="none" strike="noStrike" kern="1200"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just">
                        <a:buFont typeface="Arial" panose="020B0604020202020204" pitchFamily="34" charset="0"/>
                        <a:buNone/>
                      </a:pPr>
                      <a:r>
                        <a:rPr lang="es-MX" sz="1200" b="0" i="0" u="none" strike="noStrike" kern="1200" cap="none" spc="0" baseline="0">
                          <a:solidFill>
                            <a:schemeClr val="bg2">
                              <a:lumMod val="10000"/>
                            </a:schemeClr>
                          </a:solidFill>
                          <a:uFillTx/>
                          <a:latin typeface="+mj-lt"/>
                          <a:ea typeface="+mn-ea"/>
                          <a:cs typeface="+mn-cs"/>
                          <a:sym typeface="Helvetica Neue"/>
                        </a:rPr>
                        <a:t>Autor intelectual del ataque perpetrado en contra de elementos de la Comisaria General el día 22 de septiembre del año 2022, en las inmediaciones de Fracc. Valle del Real, Rincón de Romos, Aguascalientes
</a:t>
                      </a:r>
                      <a:endParaRPr lang="es-MX" sz="1200" b="0" i="0" u="none" strike="noStrike" kern="1200" cap="none" spc="0" baseline="0" dirty="0">
                        <a:solidFill>
                          <a:schemeClr val="bg2">
                            <a:lumMod val="10000"/>
                          </a:schemeClr>
                        </a:solidFill>
                        <a:uFillTx/>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47750782"/>
                  </a:ext>
                </a:extLst>
              </a:tr>
              <a:tr h="96012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Sentencia</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marL="0" marR="0" lvl="0" indent="0" algn="just" defTabSz="584200" rtl="0" eaLnBrk="1" fontAlgn="auto" latinLnBrk="0" hangingPunct="1">
                        <a:lnSpc>
                          <a:spcPct val="100000"/>
                        </a:lnSpc>
                        <a:spcBef>
                          <a:spcPts val="0"/>
                        </a:spcBef>
                        <a:spcAft>
                          <a:spcPts val="0"/>
                        </a:spcAft>
                        <a:buClrTx/>
                        <a:buSzTx/>
                        <a:buFontTx/>
                        <a:buNone/>
                        <a:tabLst/>
                        <a:defRPr/>
                      </a:pPr>
                      <a:r>
                        <a:rPr lang="es-MX" sz="1200" kern="1200" dirty="0">
                          <a:solidFill>
                            <a:schemeClr val="bg2">
                              <a:lumMod val="10000"/>
                            </a:schemeClr>
                          </a:solidFill>
                          <a:latin typeface="+mj-lt"/>
                          <a:ea typeface="+mn-ea"/>
                          <a:cs typeface="+mn-cs"/>
                        </a:rPr>
                        <a:t>Sentenciado, Sentenciado, pena acumulada de 220 años de prisión, por privación ilegal de la libertad en su modalidad de secuestro agravado en contra de Ma. Juana Montoya Gonzáles y Juan Gabriel Gutiérrez Marín,
</a:t>
                      </a: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1778621528"/>
                  </a:ext>
                </a:extLst>
              </a:tr>
              <a:tr h="1143000">
                <a:tc>
                  <a:txBody>
                    <a:bodyPr/>
                    <a:lstStyle/>
                    <a:p>
                      <a:r>
                        <a:rPr kumimoji="0" lang="es-MX" sz="1200" b="1" i="0" u="none" strike="noStrike" cap="none" spc="0" normalizeH="0" dirty="0">
                          <a:ln>
                            <a:noFill/>
                          </a:ln>
                          <a:solidFill>
                            <a:schemeClr val="bg2">
                              <a:lumMod val="10000"/>
                            </a:schemeClr>
                          </a:solidFill>
                          <a:effectLst/>
                          <a:latin typeface="+mj-lt"/>
                          <a:ea typeface="+mn-ea"/>
                          <a:cs typeface="+mn-cs"/>
                          <a:sym typeface="Helvetica Neue"/>
                        </a:rPr>
                        <a:t>Estatus jurídico</a:t>
                      </a:r>
                    </a:p>
                  </a:txBody>
                  <a:tcPr marL="45720" marR="45720" marT="22860" marB="22860" anchor="ctr">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just"/>
                      <a:r>
                        <a:rPr kumimoji="0" lang="es-MX" sz="1200" b="1" i="0" u="none" strike="noStrike" cap="none" spc="0" normalizeH="0" dirty="0">
                          <a:ln>
                            <a:noFill/>
                          </a:ln>
                          <a:solidFill>
                            <a:srgbClr val="002060"/>
                          </a:solidFill>
                          <a:effectLst/>
                          <a:latin typeface="+mj-lt"/>
                          <a:ea typeface="+mn-ea"/>
                          <a:cs typeface="+mn-cs"/>
                          <a:sym typeface="Helvetica Neue"/>
                        </a:rPr>
                        <a:t>
• DGAP/RIN/00199/07-12 Robo calificado
• CI/AGS/10372/05-22 Contra la Salud</a:t>
                      </a:r>
                      <a:endParaRPr kumimoji="0" lang="es-MX" sz="1200" b="0" i="0" u="none" strike="noStrike" cap="none" spc="0" normalizeH="0" dirty="0">
                        <a:ln>
                          <a:noFill/>
                        </a:ln>
                        <a:solidFill>
                          <a:schemeClr val="bg2">
                            <a:lumMod val="10000"/>
                          </a:schemeClr>
                        </a:solidFill>
                        <a:effectLst/>
                        <a:latin typeface="+mj-lt"/>
                        <a:ea typeface="+mn-ea"/>
                        <a:cs typeface="+mn-cs"/>
                        <a:sym typeface="Helvetica Neue"/>
                      </a:endParaRPr>
                    </a:p>
                  </a:txBody>
                  <a:tcPr marL="45720" marR="45720" marT="22860" marB="22860">
                    <a:lnL w="19050" cap="flat" cmpd="sng" algn="ctr">
                      <a:solidFill>
                        <a:srgbClr val="002060"/>
                      </a:solidFill>
                      <a:prstDash val="solid"/>
                      <a:round/>
                      <a:headEnd type="none" w="med" len="med"/>
                      <a:tailEnd type="none" w="med" len="med"/>
                    </a:lnL>
                    <a:lnR w="19050" cap="flat" cmpd="sng" algn="ctr">
                      <a:solidFill>
                        <a:srgbClr val="002060"/>
                      </a:solidFill>
                      <a:prstDash val="solid"/>
                      <a:round/>
                      <a:headEnd type="none" w="med" len="med"/>
                      <a:tailEnd type="none" w="med" len="med"/>
                    </a:lnR>
                    <a:lnT w="19050" cap="flat" cmpd="sng" algn="ctr">
                      <a:solidFill>
                        <a:srgbClr val="002060"/>
                      </a:solidFill>
                      <a:prstDash val="solid"/>
                      <a:round/>
                      <a:headEnd type="none" w="med" len="med"/>
                      <a:tailEnd type="none" w="med" len="med"/>
                    </a:lnT>
                    <a:lnB w="19050" cap="flat" cmpd="sng" algn="ctr">
                      <a:solidFill>
                        <a:srgbClr val="002060"/>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s-MX"/>
                    </a:p>
                  </a:txBody>
                  <a:tcPr/>
                </a:tc>
                <a:extLst>
                  <a:ext uri="{0D108BD9-81ED-4DB2-BD59-A6C34878D82A}">
                    <a16:rowId xmlns:a16="http://schemas.microsoft.com/office/drawing/2014/main" val="554105151"/>
                  </a:ext>
                </a:extLst>
              </a:tr>
            </a:tbl>
          </a:graphicData>
        </a:graphic>
      </p:graphicFrame>
      <p:pic>
        <p:nvPicPr>
          <p:cNvPr id="13" name="Imagen 12">
            <a:extLst>
              <a:ext uri="{FF2B5EF4-FFF2-40B4-BE49-F238E27FC236}">
                <a16:creationId xmlns:a16="http://schemas.microsoft.com/office/drawing/2014/main" id="{F3E4DB8D-4053-4584-8E16-FD3B10A1C1B7}"/>
              </a:ext>
              <a:ext uri="{C183D7F6-B498-43B3-948B-1728B52AA6E4}">
                <adec:decorative xmlns:adec="http://schemas.microsoft.com/office/drawing/2017/decorative" val="0"/>
              </a:ext>
            </a:extLst>
          </p:cNvPr>
          <p:cNvPicPr>
            <a:picLocks noChangeAspect="1"/>
          </p:cNvPicPr>
          <p:nvPr/>
        </p:nvPicPr>
        <p:blipFill rotWithShape="1">
          <a:blip r:embed="rId4">
            <a:extLst>
              <a:ext uri="{28A0092B-C50C-407E-A947-70E740481C1C}">
                <a14:useLocalDpi xmlns:a14="http://schemas.microsoft.com/office/drawing/2010/main" val="0"/>
              </a:ext>
            </a:extLst>
          </a:blip>
          <a:srcRect l="453" t="15439" r="-453" b="20541"/>
          <a:stretch/>
        </p:blipFill>
        <p:spPr>
          <a:xfrm>
            <a:off x="4517254" y="2781648"/>
            <a:ext cx="1370384" cy="1091957"/>
          </a:xfrm>
          <a:prstGeom prst="rect">
            <a:avLst/>
          </a:prstGeom>
        </p:spPr>
      </p:pic>
      <p:pic>
        <p:nvPicPr>
          <p:cNvPr id="14" name="Imagen 13">
            <a:extLst>
              <a:ext uri="{FF2B5EF4-FFF2-40B4-BE49-F238E27FC236}">
                <a16:creationId xmlns:a16="http://schemas.microsoft.com/office/drawing/2014/main" id="{78AD0D50-CEAB-4875-8FC7-D883FA47718A}"/>
              </a:ext>
              <a:ext uri="{C183D7F6-B498-43B3-948B-1728B52AA6E4}">
                <adec:decorative xmlns:adec="http://schemas.microsoft.com/office/drawing/2017/decorative" val="0"/>
              </a:ext>
            </a:extLst>
          </p:cNvPr>
          <p:cNvPicPr>
            <a:picLocks noChangeAspect="1"/>
          </p:cNvPicPr>
          <p:nvPr/>
        </p:nvPicPr>
        <p:blipFill rotWithShape="1">
          <a:blip r:embed="rId5">
            <a:extLst>
              <a:ext uri="{28A0092B-C50C-407E-A947-70E740481C1C}">
                <a14:useLocalDpi xmlns:a14="http://schemas.microsoft.com/office/drawing/2010/main" val="0"/>
              </a:ext>
            </a:extLst>
          </a:blip>
          <a:srcRect l="14776" b="36330"/>
          <a:stretch/>
        </p:blipFill>
        <p:spPr>
          <a:xfrm>
            <a:off x="6687005" y="2799457"/>
            <a:ext cx="1145979" cy="1091957"/>
          </a:xfrm>
          <a:prstGeom prst="rect">
            <a:avLst/>
          </a:prstGeom>
        </p:spPr>
      </p:pic>
      <p:sp>
        <p:nvSpPr>
          <p:cNvPr id="15" name="CuadroTexto 14">
            <a:extLst>
              <a:ext uri="{FF2B5EF4-FFF2-40B4-BE49-F238E27FC236}">
                <a16:creationId xmlns:a16="http://schemas.microsoft.com/office/drawing/2014/main" id="{892DDAC4-4E3B-42FD-8F24-EB68A85E8C14}"/>
              </a:ext>
              <a:ext uri="{C183D7F6-B498-43B3-948B-1728B52AA6E4}">
                <adec:decorative xmlns:adec="http://schemas.microsoft.com/office/drawing/2017/decorative" val="0"/>
              </a:ext>
            </a:extLst>
          </p:cNvPr>
          <p:cNvSpPr txBox="1"/>
          <p:nvPr/>
        </p:nvSpPr>
        <p:spPr>
          <a:xfrm>
            <a:off x="380448" y="3259050"/>
            <a:ext cx="1746956" cy="577081"/>
          </a:xfrm>
          <a:prstGeom prst="rect">
            <a:avLst/>
          </a:prstGeom>
          <a:noFill/>
          <a:ln w="19050">
            <a:solidFill>
              <a:srgbClr val="002060"/>
            </a:solidFill>
          </a:ln>
        </p:spPr>
        <p:txBody>
          <a:bodyPr wrap="square" rtlCol="0">
            <a:spAutoFit/>
          </a:bodyPr>
          <a:lstStyle/>
          <a:p>
            <a:pPr algn="ctr" defTabSz="1219169" hangingPunct="0"/>
            <a:r>
              <a:rPr lang="es-MX" sz="1050" b="1" kern="0" dirty="0">
                <a:solidFill>
                  <a:srgbClr val="D5D5D5">
                    <a:lumMod val="10000"/>
                  </a:srgbClr>
                </a:solidFill>
                <a:latin typeface="Helvetica Neue"/>
                <a:sym typeface="Helvetica Neue"/>
              </a:rPr>
              <a:t>Fecha de nacimiento: 15/01/1992</a:t>
            </a:r>
          </a:p>
          <a:p>
            <a:pPr algn="ctr" defTabSz="1219169" hangingPunct="0"/>
            <a:r>
              <a:rPr lang="es-MX" sz="1050" b="1" kern="0" dirty="0">
                <a:solidFill>
                  <a:srgbClr val="D5D5D5">
                    <a:lumMod val="10000"/>
                  </a:srgbClr>
                </a:solidFill>
                <a:latin typeface="Helvetica Neue"/>
                <a:sym typeface="Helvetica Neue"/>
              </a:rPr>
              <a:t>34 años</a:t>
            </a:r>
          </a:p>
        </p:txBody>
      </p:sp>
      <p:sp>
        <p:nvSpPr>
          <p:cNvPr id="16" name="CuadroTexto 15">
            <a:extLst>
              <a:ext uri="{FF2B5EF4-FFF2-40B4-BE49-F238E27FC236}">
                <a16:creationId xmlns:a16="http://schemas.microsoft.com/office/drawing/2014/main" id="{36DEA57A-0F2B-4205-9AEA-CDB8A26DFE03}"/>
              </a:ext>
              <a:ext uri="{C183D7F6-B498-43B3-948B-1728B52AA6E4}">
                <adec:decorative xmlns:adec="http://schemas.microsoft.com/office/drawing/2017/decorative" val="0"/>
              </a:ext>
            </a:extLst>
          </p:cNvPr>
          <p:cNvSpPr txBox="1"/>
          <p:nvPr/>
        </p:nvSpPr>
        <p:spPr>
          <a:xfrm>
            <a:off x="4158761" y="4230518"/>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
            </a:r>
          </a:p>
        </p:txBody>
      </p:sp>
      <p:sp>
        <p:nvSpPr>
          <p:cNvPr id="17" name="CuadroTexto 16">
            <a:extLst>
              <a:ext uri="{FF2B5EF4-FFF2-40B4-BE49-F238E27FC236}">
                <a16:creationId xmlns:a16="http://schemas.microsoft.com/office/drawing/2014/main" id="{AB2E1746-7AB9-4030-9908-3CB3D9894222}"/>
              </a:ext>
              <a:ext uri="{C183D7F6-B498-43B3-948B-1728B52AA6E4}">
                <adec:decorative xmlns:adec="http://schemas.microsoft.com/office/drawing/2017/decorative" val="0"/>
              </a:ext>
            </a:extLst>
          </p:cNvPr>
          <p:cNvSpPr txBox="1"/>
          <p:nvPr/>
        </p:nvSpPr>
        <p:spPr>
          <a:xfrm>
            <a:off x="6560438" y="4212361"/>
            <a:ext cx="2087370" cy="2359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200" dirty="0">
                <a:solidFill>
                  <a:srgbClr val="D5D5D5">
                    <a:lumMod val="10000"/>
                  </a:srgbClr>
                </a:solidFill>
                <a:latin typeface="Helvetica Neue"/>
                <a:sym typeface="Helvetica Neue"/>
              </a:rPr>
              <a:t>[V2]</a:t>
            </a:r>
          </a:p>
        </p:txBody>
      </p:sp>
      <p:sp>
        <p:nvSpPr>
          <p:cNvPr id="10" name="Rectángulo: esquinas redondeadas 9">
            <a:extLst>
              <a:ext uri="{FF2B5EF4-FFF2-40B4-BE49-F238E27FC236}">
                <a16:creationId xmlns:a16="http://schemas.microsoft.com/office/drawing/2014/main" id="{A867825B-864F-4860-8146-FF4726E50C0C}"/>
              </a:ext>
              <a:ext uri="{C183D7F6-B498-43B3-948B-1728B52AA6E4}">
                <adec:decorative xmlns:adec="http://schemas.microsoft.com/office/drawing/2017/decorative" val="0"/>
              </a:ext>
            </a:extLst>
          </p:cNvPr>
          <p:cNvSpPr/>
          <p:nvPr/>
        </p:nvSpPr>
        <p:spPr>
          <a:xfrm>
            <a:off x="375030" y="3981262"/>
            <a:ext cx="1746956" cy="431324"/>
          </a:xfrm>
          <a:prstGeom prst="roundRect">
            <a:avLst/>
          </a:prstGeom>
          <a:noFill/>
          <a:ln w="19050" cap="flat">
            <a:solidFill>
              <a:srgbClr val="002060"/>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s-MX" sz="1050" b="1" kern="0" dirty="0">
                <a:solidFill>
                  <a:srgbClr val="FF0000"/>
                </a:solidFill>
                <a:latin typeface="Helvetica Neue"/>
                <a:sym typeface="Helvetica Neue"/>
              </a:rPr>
              <a:t/>
            </a:r>
          </a:p>
          <a:p>
            <a:pPr algn="ctr" defTabSz="1219169" hangingPunct="0"/>
            <a:r>
              <a:rPr lang="es-MX" sz="1050" b="1" kern="0" dirty="0">
                <a:solidFill>
                  <a:srgbClr val="D5D5D5">
                    <a:lumMod val="10000"/>
                  </a:srgbClr>
                </a:solidFill>
                <a:latin typeface="Helvetica Neue"/>
                <a:sym typeface="Helvetica Neue"/>
              </a:rPr>
              <a:t>Función: EJECUTOR </a:t>
            </a:r>
          </a:p>
        </p:txBody>
      </p:sp>
    </p:spTree>
    <p:extLst>
      <p:ext uri="{BB962C8B-B14F-4D97-AF65-F5344CB8AC3E}">
        <p14:creationId xmlns:p14="http://schemas.microsoft.com/office/powerpoint/2010/main" val="237609520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211</TotalTime>
  <Words>62</Words>
  <Application>Microsoft Office PowerPoint</Application>
  <PresentationFormat>Panorámica</PresentationFormat>
  <Paragraphs>22</Paragraphs>
  <Slides>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vt:i4>
      </vt:variant>
    </vt:vector>
  </HeadingPairs>
  <TitlesOfParts>
    <vt:vector size="7" baseType="lpstr">
      <vt:lpstr>Arial</vt:lpstr>
      <vt:lpstr>Calibri</vt:lpstr>
      <vt:lpstr>Calibri Light</vt:lpstr>
      <vt:lpstr>Helvetica Neue</vt:lpstr>
      <vt:lpstr>Helvetica Neue Medium</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Usuario Leonardo Adrian De Lira Castanon</dc:creator>
  <cp:lastModifiedBy>Usuario Leonardo Adrian De Lira Castanon</cp:lastModifiedBy>
  <cp:revision>8</cp:revision>
  <dcterms:created xsi:type="dcterms:W3CDTF">2025-11-12T16:18:29Z</dcterms:created>
  <dcterms:modified xsi:type="dcterms:W3CDTF">2025-11-12T19:49:51Z</dcterms:modified>
</cp:coreProperties>
</file>